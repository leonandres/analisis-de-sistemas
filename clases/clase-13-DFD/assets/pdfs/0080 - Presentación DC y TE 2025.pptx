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embeddedFontLst>
    <p:embeddedFont>
      <p:font typeface="Tahoma" panose="020B0604030504040204" pitchFamily="34" charset="0"/>
      <p:regular r:id="rId18"/>
      <p:bold r:id="rId19"/>
    </p:embeddedFont>
    <p:embeddedFont>
      <p:font typeface="Trebuchet MS" panose="020B0703020202090204" pitchFamily="34" charset="0"/>
      <p:regular r:id="rId20"/>
      <p:bold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26B338-43D4-401A-AC58-D5397675F2AD}">
  <a:tblStyle styleId="{1826B338-43D4-401A-AC58-D5397675F2A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A065649-3ABE-4BF6-AB2E-745F73C264F8}" styleName="Table_1">
    <a:wholeTbl>
      <a:tcTxStyle b="off" i="off">
        <a:font>
          <a:latin typeface="Tahoma"/>
          <a:ea typeface="Tahoma"/>
          <a:cs typeface="Tahoma"/>
        </a:font>
        <a:schemeClr val="lt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tcStyle>
        <a:tcBdr>
          <a:left>
            <a:ln w="25400" cap="flat" cmpd="sng">
              <a:solidFill>
                <a:schemeClr val="lt1"/>
              </a:solidFill>
              <a:prstDash val="solid"/>
              <a:round/>
              <a:headEnd type="none" w="sm" len="sm"/>
              <a:tailEnd type="none" w="sm" len="sm"/>
            </a:ln>
          </a:left>
        </a:tcBdr>
        <a:fill>
          <a:solidFill>
            <a:srgbClr val="A8A8A8"/>
          </a:solidFill>
        </a:fill>
      </a:tcStyle>
    </a:lastCol>
    <a:firstCol>
      <a:tcTxStyle b="on" i="off"/>
      <a:tcStyle>
        <a:tcBdr>
          <a:right>
            <a:ln w="25400" cap="flat" cmpd="sng">
              <a:solidFill>
                <a:schemeClr val="lt1"/>
              </a:solidFill>
              <a:prstDash val="solid"/>
              <a:round/>
              <a:headEnd type="none" w="sm" len="sm"/>
              <a:tailEnd type="none" w="sm" len="sm"/>
            </a:ln>
          </a:right>
        </a:tcBdr>
        <a:fill>
          <a:solidFill>
            <a:srgbClr val="A8A8A8"/>
          </a:solidFill>
        </a:fill>
      </a:tcStyle>
    </a:firstCol>
    <a:lastRow>
      <a:tcTxStyle b="on" i="off"/>
      <a:tcStyle>
        <a:tcBdr>
          <a:top>
            <a:ln w="25400" cap="flat" cmpd="sng">
              <a:solidFill>
                <a:schemeClr val="lt1"/>
              </a:solidFill>
              <a:prstDash val="solid"/>
              <a:round/>
              <a:headEnd type="none" w="sm" len="sm"/>
              <a:tailEnd type="none" w="sm" len="sm"/>
            </a:ln>
          </a:top>
        </a:tcBdr>
        <a:fill>
          <a:solidFill>
            <a:srgbClr val="A8A8A8"/>
          </a:solidFill>
        </a:fill>
      </a:tcStyle>
    </a:lastRow>
    <a:seCell>
      <a:tcTxStyle/>
      <a:tcStyle>
        <a:tcBdr>
          <a:left>
            <a:ln w="9525" cap="flat" cmpd="sng">
              <a:solidFill>
                <a:srgbClr val="000000">
                  <a:alpha val="0"/>
                </a:srgbClr>
              </a:solidFill>
              <a:prstDash val="solid"/>
              <a:round/>
              <a:headEnd type="none" w="sm" len="sm"/>
              <a:tailEnd type="none" w="sm" len="sm"/>
            </a:ln>
          </a:left>
        </a:tcBdr>
      </a:tcStyle>
    </a:seCell>
    <a:swCell>
      <a:tcTxStyle/>
      <a:tcStyle>
        <a:tcBdr>
          <a:right>
            <a:ln w="9525" cap="flat" cmpd="sng">
              <a:solidFill>
                <a:srgbClr val="000000">
                  <a:alpha val="0"/>
                </a:srgbClr>
              </a:solidFill>
              <a:prstDash val="solid"/>
              <a:round/>
              <a:headEnd type="none" w="sm" len="sm"/>
              <a:tailEnd type="none" w="sm" len="sm"/>
            </a:ln>
          </a:right>
        </a:tcBdr>
      </a:tcStyle>
    </a:swCell>
    <a:firstRow>
      <a:tcTxStyle b="on" i="off"/>
      <a:tcStyle>
        <a:tcBdr>
          <a:bottom>
            <a:ln w="25400" cap="flat" cmpd="sng">
              <a:solidFill>
                <a:schemeClr val="lt1"/>
              </a:solidFill>
              <a:prstDash val="solid"/>
              <a:round/>
              <a:headEnd type="none" w="sm" len="sm"/>
              <a:tailEnd type="none" w="sm" len="sm"/>
            </a:ln>
          </a:bottom>
        </a:tcBdr>
        <a:fill>
          <a:solidFill>
            <a:schemeClr val="dk1"/>
          </a:solidFill>
        </a:fill>
      </a:tcStyle>
    </a:firstRow>
    <a:neCell>
      <a:tcTxStyle/>
      <a:tcStyle>
        <a:tcBdr>
          <a:left>
            <a:ln w="9525" cap="flat" cmpd="sng">
              <a:solidFill>
                <a:srgbClr val="000000">
                  <a:alpha val="0"/>
                </a:srgbClr>
              </a:solidFill>
              <a:prstDash val="solid"/>
              <a:round/>
              <a:headEnd type="none" w="sm" len="sm"/>
              <a:tailEnd type="none" w="sm" len="sm"/>
            </a:ln>
          </a:left>
        </a:tcBdr>
      </a:tcStyle>
    </a:neCell>
    <a:nwCell>
      <a:tcTxStyle/>
      <a:tcStyle>
        <a:tcBdr>
          <a:right>
            <a:ln w="9525" cap="flat" cmpd="sng">
              <a:solidFill>
                <a:srgbClr val="000000">
                  <a:alpha val="0"/>
                </a:srgbClr>
              </a:solidFill>
              <a:prstDash val="solid"/>
              <a:round/>
              <a:headEnd type="none" w="sm" len="sm"/>
              <a:tailEnd type="none" w="sm" len="sm"/>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AR" sz="1200" b="0" i="0" u="none" strike="noStrike" cap="none">
                <a:solidFill>
                  <a:schemeClr val="dk1"/>
                </a:solidFill>
                <a:latin typeface="Arial"/>
                <a:ea typeface="Arial"/>
                <a:cs typeface="Arial"/>
                <a:sym typeface="Arial"/>
              </a:rPr>
              <a:t>‹Nº›</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 name="Google Shape;5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58" name="Google Shape;58;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sz="1200" b="0" i="0" u="none" strike="noStrike" cap="none">
                <a:solidFill>
                  <a:schemeClr val="dk1"/>
                </a:solidFill>
                <a:latin typeface="Arial"/>
                <a:ea typeface="Arial"/>
                <a:cs typeface="Arial"/>
                <a:sym typeface="Arial"/>
              </a:rPr>
              <a:t>1</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 name="Google Shape;6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69" name="Google Shape;69;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sz="1200" b="0" i="0" u="none" strike="noStrike" cap="none">
                <a:solidFill>
                  <a:schemeClr val="dk1"/>
                </a:solidFill>
                <a:latin typeface="Arial"/>
                <a:ea typeface="Arial"/>
                <a:cs typeface="Arial"/>
                <a:sym typeface="Arial"/>
              </a:rPr>
              <a:t>2</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6df1db790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 name="Google Shape;106;g26df1db7907_0_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107" name="Google Shape;107;g26df1db7907_0_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sz="1200" b="0" i="0" u="none" strike="noStrike" cap="none">
                <a:solidFill>
                  <a:schemeClr val="dk1"/>
                </a:solidFill>
                <a:latin typeface="Arial"/>
                <a:ea typeface="Arial"/>
                <a:cs typeface="Arial"/>
                <a:sym typeface="Arial"/>
              </a:rPr>
              <a:t>3</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6e0505e01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6e0505e01d_0_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5" name="Google Shape;135;g26e0505e01d_0_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s-A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6e0505e01d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6e0505e01d_0_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3" name="Google Shape;163;g26e0505e01d_0_6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6e0505e01d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26e0505e01d_0_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5" name="Google Shape;185;g26e0505e01d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0" name="Google Shape;200;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201" name="Google Shape;201;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AR" sz="1200" b="0" i="0" u="none" strike="noStrike" cap="none">
                <a:solidFill>
                  <a:schemeClr val="dk1"/>
                </a:solidFill>
                <a:latin typeface="Arial"/>
                <a:ea typeface="Arial"/>
                <a:cs typeface="Arial"/>
                <a:sym typeface="Arial"/>
              </a:rPr>
              <a:t>7</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1" name="Google Shape;22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8" name="Google Shape;23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1" name="Google Shape;25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0" name="Google Shape;26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6" name="Google Shape;26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2" name="Google Shape;27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9" name="Google Shape;27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8d7db75f40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lnSpc>
                <a:spcPct val="133333"/>
              </a:lnSpc>
              <a:spcBef>
                <a:spcPts val="0"/>
              </a:spcBef>
              <a:spcAft>
                <a:spcPts val="0"/>
              </a:spcAft>
              <a:buNone/>
            </a:pPr>
            <a:endParaRPr sz="900" b="1">
              <a:solidFill>
                <a:srgbClr val="1D75A3"/>
              </a:solidFill>
              <a:highlight>
                <a:srgbClr val="FFFFFF"/>
              </a:highlight>
            </a:endParaRPr>
          </a:p>
          <a:p>
            <a:pPr marL="0" lvl="0" indent="0" algn="l" rtl="0">
              <a:lnSpc>
                <a:spcPct val="133333"/>
              </a:lnSpc>
              <a:spcBef>
                <a:spcPts val="0"/>
              </a:spcBef>
              <a:spcAft>
                <a:spcPts val="0"/>
              </a:spcAft>
              <a:buNone/>
            </a:pPr>
            <a:r>
              <a:rPr lang="es-AR" sz="900">
                <a:solidFill>
                  <a:srgbClr val="333333"/>
                </a:solidFill>
                <a:highlight>
                  <a:srgbClr val="FFFFFF"/>
                </a:highlight>
              </a:rPr>
              <a:t>Portero</a:t>
            </a:r>
            <a:endParaRPr sz="900">
              <a:solidFill>
                <a:srgbClr val="333333"/>
              </a:solidFill>
              <a:highlight>
                <a:srgbClr val="FFFFFF"/>
              </a:highlight>
            </a:endParaRPr>
          </a:p>
          <a:p>
            <a:pPr marL="0" lvl="0" indent="0" algn="l" rtl="0">
              <a:spcBef>
                <a:spcPts val="360"/>
              </a:spcBef>
              <a:spcAft>
                <a:spcPts val="0"/>
              </a:spcAft>
              <a:buNone/>
            </a:pPr>
            <a:endParaRPr/>
          </a:p>
        </p:txBody>
      </p:sp>
      <p:sp>
        <p:nvSpPr>
          <p:cNvPr id="286" name="Google Shape;286;g28d7db75f4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spTree>
      <p:nvGrpSpPr>
        <p:cNvPr id="1" name="Shape 16"/>
        <p:cNvGrpSpPr/>
        <p:nvPr/>
      </p:nvGrpSpPr>
      <p:grpSpPr>
        <a:xfrm>
          <a:off x="0" y="0"/>
          <a:ext cx="0" cy="0"/>
          <a:chOff x="0" y="0"/>
          <a:chExt cx="0" cy="0"/>
        </a:xfrm>
      </p:grpSpPr>
      <p:sp>
        <p:nvSpPr>
          <p:cNvPr id="17" name="Google Shape;17;p2"/>
          <p:cNvSpPr txBox="1">
            <a:spLocks noGrp="1"/>
          </p:cNvSpPr>
          <p:nvPr>
            <p:ph type="ctrTitle"/>
          </p:nvPr>
        </p:nvSpPr>
        <p:spPr>
          <a:xfrm>
            <a:off x="685800" y="1597819"/>
            <a:ext cx="7772400" cy="11025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1371600" y="2914650"/>
            <a:ext cx="6400800" cy="1314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dk1"/>
              </a:buClr>
              <a:buSzPts val="3200"/>
              <a:buFont typeface="Tahoma"/>
              <a:buNone/>
              <a:defRPr/>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457200" y="897731"/>
            <a:ext cx="8229600" cy="36969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722313" y="3305175"/>
            <a:ext cx="7772400" cy="10215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24" name="Google Shape;24;p4"/>
          <p:cNvSpPr txBox="1">
            <a:spLocks noGrp="1"/>
          </p:cNvSpPr>
          <p:nvPr>
            <p:ph type="body" idx="1"/>
          </p:nvPr>
        </p:nvSpPr>
        <p:spPr>
          <a:xfrm>
            <a:off x="722313" y="2180035"/>
            <a:ext cx="7772400" cy="1125000"/>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Font typeface="Tahoma"/>
              <a:buNone/>
              <a:defRPr sz="2000"/>
            </a:lvl1pPr>
            <a:lvl2pPr marL="914400" lvl="1" indent="-228600" algn="l">
              <a:spcBef>
                <a:spcPts val="360"/>
              </a:spcBef>
              <a:spcAft>
                <a:spcPts val="0"/>
              </a:spcAft>
              <a:buClr>
                <a:schemeClr val="dk1"/>
              </a:buClr>
              <a:buSzPts val="1800"/>
              <a:buFont typeface="Tahoma"/>
              <a:buNone/>
              <a:defRPr sz="1800"/>
            </a:lvl2pPr>
            <a:lvl3pPr marL="1371600" lvl="2" indent="-228600" algn="l">
              <a:spcBef>
                <a:spcPts val="320"/>
              </a:spcBef>
              <a:spcAft>
                <a:spcPts val="0"/>
              </a:spcAft>
              <a:buClr>
                <a:schemeClr val="dk1"/>
              </a:buClr>
              <a:buSzPts val="1600"/>
              <a:buFont typeface="Tahoma"/>
              <a:buNone/>
              <a:defRPr sz="1600"/>
            </a:lvl3pPr>
            <a:lvl4pPr marL="1828800" lvl="3" indent="-228600" algn="l">
              <a:spcBef>
                <a:spcPts val="280"/>
              </a:spcBef>
              <a:spcAft>
                <a:spcPts val="0"/>
              </a:spcAft>
              <a:buClr>
                <a:schemeClr val="dk1"/>
              </a:buClr>
              <a:buSzPts val="1400"/>
              <a:buFont typeface="Tahoma"/>
              <a:buNone/>
              <a:defRPr sz="1400"/>
            </a:lvl4pPr>
            <a:lvl5pPr marL="2286000" lvl="4" indent="-228600" algn="l">
              <a:spcBef>
                <a:spcPts val="280"/>
              </a:spcBef>
              <a:spcAft>
                <a:spcPts val="0"/>
              </a:spcAft>
              <a:buClr>
                <a:schemeClr val="dk1"/>
              </a:buClr>
              <a:buSzPts val="1400"/>
              <a:buFont typeface="Tahoma"/>
              <a:buNone/>
              <a:defRPr sz="1400"/>
            </a:lvl5pPr>
            <a:lvl6pPr marL="2743200" lvl="5" indent="-228600" algn="l">
              <a:spcBef>
                <a:spcPts val="280"/>
              </a:spcBef>
              <a:spcAft>
                <a:spcPts val="0"/>
              </a:spcAft>
              <a:buClr>
                <a:schemeClr val="dk1"/>
              </a:buClr>
              <a:buSzPts val="1400"/>
              <a:buFont typeface="Tahoma"/>
              <a:buNone/>
              <a:defRPr sz="1400"/>
            </a:lvl6pPr>
            <a:lvl7pPr marL="3200400" lvl="6" indent="-228600" algn="l">
              <a:spcBef>
                <a:spcPts val="280"/>
              </a:spcBef>
              <a:spcAft>
                <a:spcPts val="0"/>
              </a:spcAft>
              <a:buClr>
                <a:schemeClr val="dk1"/>
              </a:buClr>
              <a:buSzPts val="1400"/>
              <a:buFont typeface="Tahoma"/>
              <a:buNone/>
              <a:defRPr sz="1400"/>
            </a:lvl7pPr>
            <a:lvl8pPr marL="3657600" lvl="7" indent="-228600" algn="l">
              <a:spcBef>
                <a:spcPts val="280"/>
              </a:spcBef>
              <a:spcAft>
                <a:spcPts val="0"/>
              </a:spcAft>
              <a:buClr>
                <a:schemeClr val="dk1"/>
              </a:buClr>
              <a:buSzPts val="1400"/>
              <a:buFont typeface="Tahoma"/>
              <a:buNone/>
              <a:defRPr sz="1400"/>
            </a:lvl8pPr>
            <a:lvl9pPr marL="4114800" lvl="8" indent="-228600" algn="l">
              <a:spcBef>
                <a:spcPts val="280"/>
              </a:spcBef>
              <a:spcAft>
                <a:spcPts val="0"/>
              </a:spcAft>
              <a:buClr>
                <a:schemeClr val="dk1"/>
              </a:buClr>
              <a:buSzPts val="1400"/>
              <a:buFont typeface="Tahoma"/>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27" name="Google Shape;27;p5"/>
          <p:cNvSpPr txBox="1">
            <a:spLocks noGrp="1"/>
          </p:cNvSpPr>
          <p:nvPr>
            <p:ph type="body" idx="1"/>
          </p:nvPr>
        </p:nvSpPr>
        <p:spPr>
          <a:xfrm>
            <a:off x="457200" y="897731"/>
            <a:ext cx="4038600" cy="36969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Tahoma"/>
              <a:buChar char="•"/>
              <a:defRPr sz="2800"/>
            </a:lvl1pPr>
            <a:lvl2pPr marL="914400" lvl="1" indent="-381000" algn="l">
              <a:spcBef>
                <a:spcPts val="480"/>
              </a:spcBef>
              <a:spcAft>
                <a:spcPts val="0"/>
              </a:spcAft>
              <a:buClr>
                <a:schemeClr val="dk1"/>
              </a:buClr>
              <a:buSzPts val="2400"/>
              <a:buFont typeface="Tahoma"/>
              <a:buChar char="–"/>
              <a:defRPr sz="2400"/>
            </a:lvl2pPr>
            <a:lvl3pPr marL="1371600" lvl="2" indent="-355600" algn="l">
              <a:spcBef>
                <a:spcPts val="400"/>
              </a:spcBef>
              <a:spcAft>
                <a:spcPts val="0"/>
              </a:spcAft>
              <a:buClr>
                <a:schemeClr val="dk1"/>
              </a:buClr>
              <a:buSzPts val="2000"/>
              <a:buFont typeface="Tahoma"/>
              <a:buChar char="•"/>
              <a:defRPr sz="2000"/>
            </a:lvl3pPr>
            <a:lvl4pPr marL="1828800" lvl="3" indent="-342900" algn="l">
              <a:spcBef>
                <a:spcPts val="360"/>
              </a:spcBef>
              <a:spcAft>
                <a:spcPts val="0"/>
              </a:spcAft>
              <a:buClr>
                <a:schemeClr val="dk1"/>
              </a:buClr>
              <a:buSzPts val="1800"/>
              <a:buFont typeface="Tahoma"/>
              <a:buChar char="–"/>
              <a:defRPr sz="1800"/>
            </a:lvl4pPr>
            <a:lvl5pPr marL="2286000" lvl="4" indent="-342900" algn="l">
              <a:spcBef>
                <a:spcPts val="360"/>
              </a:spcBef>
              <a:spcAft>
                <a:spcPts val="0"/>
              </a:spcAft>
              <a:buClr>
                <a:schemeClr val="dk1"/>
              </a:buClr>
              <a:buSzPts val="1800"/>
              <a:buFont typeface="Tahoma"/>
              <a:buChar char="»"/>
              <a:defRPr sz="1800"/>
            </a:lvl5pPr>
            <a:lvl6pPr marL="2743200" lvl="5" indent="-342900" algn="l">
              <a:spcBef>
                <a:spcPts val="360"/>
              </a:spcBef>
              <a:spcAft>
                <a:spcPts val="0"/>
              </a:spcAft>
              <a:buClr>
                <a:schemeClr val="dk1"/>
              </a:buClr>
              <a:buSzPts val="1800"/>
              <a:buFont typeface="Tahoma"/>
              <a:buChar char="»"/>
              <a:defRPr sz="1800"/>
            </a:lvl6pPr>
            <a:lvl7pPr marL="3200400" lvl="6" indent="-342900" algn="l">
              <a:spcBef>
                <a:spcPts val="360"/>
              </a:spcBef>
              <a:spcAft>
                <a:spcPts val="0"/>
              </a:spcAft>
              <a:buClr>
                <a:schemeClr val="dk1"/>
              </a:buClr>
              <a:buSzPts val="1800"/>
              <a:buFont typeface="Tahoma"/>
              <a:buChar char="»"/>
              <a:defRPr sz="1800"/>
            </a:lvl7pPr>
            <a:lvl8pPr marL="3657600" lvl="7" indent="-342900" algn="l">
              <a:spcBef>
                <a:spcPts val="360"/>
              </a:spcBef>
              <a:spcAft>
                <a:spcPts val="0"/>
              </a:spcAft>
              <a:buClr>
                <a:schemeClr val="dk1"/>
              </a:buClr>
              <a:buSzPts val="1800"/>
              <a:buFont typeface="Tahoma"/>
              <a:buChar char="»"/>
              <a:defRPr sz="1800"/>
            </a:lvl8pPr>
            <a:lvl9pPr marL="4114800" lvl="8" indent="-342900" algn="l">
              <a:spcBef>
                <a:spcPts val="360"/>
              </a:spcBef>
              <a:spcAft>
                <a:spcPts val="0"/>
              </a:spcAft>
              <a:buClr>
                <a:schemeClr val="dk1"/>
              </a:buClr>
              <a:buSzPts val="1800"/>
              <a:buFont typeface="Tahoma"/>
              <a:buChar char="»"/>
              <a:defRPr sz="1800"/>
            </a:lvl9pPr>
          </a:lstStyle>
          <a:p>
            <a:endParaRPr/>
          </a:p>
        </p:txBody>
      </p:sp>
      <p:sp>
        <p:nvSpPr>
          <p:cNvPr id="28" name="Google Shape;28;p5"/>
          <p:cNvSpPr txBox="1">
            <a:spLocks noGrp="1"/>
          </p:cNvSpPr>
          <p:nvPr>
            <p:ph type="body" idx="2"/>
          </p:nvPr>
        </p:nvSpPr>
        <p:spPr>
          <a:xfrm>
            <a:off x="4648200" y="897731"/>
            <a:ext cx="4038600" cy="36969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Tahoma"/>
              <a:buChar char="•"/>
              <a:defRPr sz="2800"/>
            </a:lvl1pPr>
            <a:lvl2pPr marL="914400" lvl="1" indent="-381000" algn="l">
              <a:spcBef>
                <a:spcPts val="480"/>
              </a:spcBef>
              <a:spcAft>
                <a:spcPts val="0"/>
              </a:spcAft>
              <a:buClr>
                <a:schemeClr val="dk1"/>
              </a:buClr>
              <a:buSzPts val="2400"/>
              <a:buFont typeface="Tahoma"/>
              <a:buChar char="–"/>
              <a:defRPr sz="2400"/>
            </a:lvl2pPr>
            <a:lvl3pPr marL="1371600" lvl="2" indent="-355600" algn="l">
              <a:spcBef>
                <a:spcPts val="400"/>
              </a:spcBef>
              <a:spcAft>
                <a:spcPts val="0"/>
              </a:spcAft>
              <a:buClr>
                <a:schemeClr val="dk1"/>
              </a:buClr>
              <a:buSzPts val="2000"/>
              <a:buFont typeface="Tahoma"/>
              <a:buChar char="•"/>
              <a:defRPr sz="2000"/>
            </a:lvl3pPr>
            <a:lvl4pPr marL="1828800" lvl="3" indent="-342900" algn="l">
              <a:spcBef>
                <a:spcPts val="360"/>
              </a:spcBef>
              <a:spcAft>
                <a:spcPts val="0"/>
              </a:spcAft>
              <a:buClr>
                <a:schemeClr val="dk1"/>
              </a:buClr>
              <a:buSzPts val="1800"/>
              <a:buFont typeface="Tahoma"/>
              <a:buChar char="–"/>
              <a:defRPr sz="1800"/>
            </a:lvl4pPr>
            <a:lvl5pPr marL="2286000" lvl="4" indent="-342900" algn="l">
              <a:spcBef>
                <a:spcPts val="360"/>
              </a:spcBef>
              <a:spcAft>
                <a:spcPts val="0"/>
              </a:spcAft>
              <a:buClr>
                <a:schemeClr val="dk1"/>
              </a:buClr>
              <a:buSzPts val="1800"/>
              <a:buFont typeface="Tahoma"/>
              <a:buChar char="»"/>
              <a:defRPr sz="1800"/>
            </a:lvl5pPr>
            <a:lvl6pPr marL="2743200" lvl="5" indent="-342900" algn="l">
              <a:spcBef>
                <a:spcPts val="360"/>
              </a:spcBef>
              <a:spcAft>
                <a:spcPts val="0"/>
              </a:spcAft>
              <a:buClr>
                <a:schemeClr val="dk1"/>
              </a:buClr>
              <a:buSzPts val="1800"/>
              <a:buFont typeface="Tahoma"/>
              <a:buChar char="»"/>
              <a:defRPr sz="1800"/>
            </a:lvl6pPr>
            <a:lvl7pPr marL="3200400" lvl="6" indent="-342900" algn="l">
              <a:spcBef>
                <a:spcPts val="360"/>
              </a:spcBef>
              <a:spcAft>
                <a:spcPts val="0"/>
              </a:spcAft>
              <a:buClr>
                <a:schemeClr val="dk1"/>
              </a:buClr>
              <a:buSzPts val="1800"/>
              <a:buFont typeface="Tahoma"/>
              <a:buChar char="»"/>
              <a:defRPr sz="1800"/>
            </a:lvl7pPr>
            <a:lvl8pPr marL="3657600" lvl="7" indent="-342900" algn="l">
              <a:spcBef>
                <a:spcPts val="360"/>
              </a:spcBef>
              <a:spcAft>
                <a:spcPts val="0"/>
              </a:spcAft>
              <a:buClr>
                <a:schemeClr val="dk1"/>
              </a:buClr>
              <a:buSzPts val="1800"/>
              <a:buFont typeface="Tahoma"/>
              <a:buChar char="»"/>
              <a:defRPr sz="1800"/>
            </a:lvl8pPr>
            <a:lvl9pPr marL="4114800" lvl="8" indent="-342900" algn="l">
              <a:spcBef>
                <a:spcPts val="360"/>
              </a:spcBef>
              <a:spcAft>
                <a:spcPts val="0"/>
              </a:spcAft>
              <a:buClr>
                <a:schemeClr val="dk1"/>
              </a:buClr>
              <a:buSzPts val="1800"/>
              <a:buFont typeface="Tahoma"/>
              <a:buChar char="»"/>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457200" y="1151335"/>
            <a:ext cx="4040100" cy="479700"/>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ahoma"/>
              <a:buNone/>
              <a:defRPr sz="2400" b="1"/>
            </a:lvl1pPr>
            <a:lvl2pPr marL="914400" lvl="1" indent="-228600" algn="l">
              <a:spcBef>
                <a:spcPts val="400"/>
              </a:spcBef>
              <a:spcAft>
                <a:spcPts val="0"/>
              </a:spcAft>
              <a:buClr>
                <a:schemeClr val="dk1"/>
              </a:buClr>
              <a:buSzPts val="2000"/>
              <a:buFont typeface="Tahoma"/>
              <a:buNone/>
              <a:defRPr sz="2000" b="1"/>
            </a:lvl2pPr>
            <a:lvl3pPr marL="1371600" lvl="2" indent="-228600" algn="l">
              <a:spcBef>
                <a:spcPts val="360"/>
              </a:spcBef>
              <a:spcAft>
                <a:spcPts val="0"/>
              </a:spcAft>
              <a:buClr>
                <a:schemeClr val="dk1"/>
              </a:buClr>
              <a:buSzPts val="1800"/>
              <a:buFont typeface="Tahoma"/>
              <a:buNone/>
              <a:defRPr sz="1800" b="1"/>
            </a:lvl3pPr>
            <a:lvl4pPr marL="1828800" lvl="3" indent="-228600" algn="l">
              <a:spcBef>
                <a:spcPts val="320"/>
              </a:spcBef>
              <a:spcAft>
                <a:spcPts val="0"/>
              </a:spcAft>
              <a:buClr>
                <a:schemeClr val="dk1"/>
              </a:buClr>
              <a:buSzPts val="1600"/>
              <a:buFont typeface="Tahoma"/>
              <a:buNone/>
              <a:defRPr sz="1600" b="1"/>
            </a:lvl4pPr>
            <a:lvl5pPr marL="2286000" lvl="4" indent="-228600" algn="l">
              <a:spcBef>
                <a:spcPts val="320"/>
              </a:spcBef>
              <a:spcAft>
                <a:spcPts val="0"/>
              </a:spcAft>
              <a:buClr>
                <a:schemeClr val="dk1"/>
              </a:buClr>
              <a:buSzPts val="1600"/>
              <a:buFont typeface="Tahoma"/>
              <a:buNone/>
              <a:defRPr sz="1600" b="1"/>
            </a:lvl5pPr>
            <a:lvl6pPr marL="2743200" lvl="5" indent="-228600" algn="l">
              <a:spcBef>
                <a:spcPts val="320"/>
              </a:spcBef>
              <a:spcAft>
                <a:spcPts val="0"/>
              </a:spcAft>
              <a:buClr>
                <a:schemeClr val="dk1"/>
              </a:buClr>
              <a:buSzPts val="1600"/>
              <a:buFont typeface="Tahoma"/>
              <a:buNone/>
              <a:defRPr sz="1600" b="1"/>
            </a:lvl6pPr>
            <a:lvl7pPr marL="3200400" lvl="6" indent="-228600" algn="l">
              <a:spcBef>
                <a:spcPts val="320"/>
              </a:spcBef>
              <a:spcAft>
                <a:spcPts val="0"/>
              </a:spcAft>
              <a:buClr>
                <a:schemeClr val="dk1"/>
              </a:buClr>
              <a:buSzPts val="1600"/>
              <a:buFont typeface="Tahoma"/>
              <a:buNone/>
              <a:defRPr sz="1600" b="1"/>
            </a:lvl7pPr>
            <a:lvl8pPr marL="3657600" lvl="7" indent="-228600" algn="l">
              <a:spcBef>
                <a:spcPts val="320"/>
              </a:spcBef>
              <a:spcAft>
                <a:spcPts val="0"/>
              </a:spcAft>
              <a:buClr>
                <a:schemeClr val="dk1"/>
              </a:buClr>
              <a:buSzPts val="1600"/>
              <a:buFont typeface="Tahoma"/>
              <a:buNone/>
              <a:defRPr sz="1600" b="1"/>
            </a:lvl8pPr>
            <a:lvl9pPr marL="4114800" lvl="8" indent="-228600" algn="l">
              <a:spcBef>
                <a:spcPts val="320"/>
              </a:spcBef>
              <a:spcAft>
                <a:spcPts val="0"/>
              </a:spcAft>
              <a:buClr>
                <a:schemeClr val="dk1"/>
              </a:buClr>
              <a:buSzPts val="1600"/>
              <a:buFont typeface="Tahoma"/>
              <a:buNone/>
              <a:defRPr sz="1600" b="1"/>
            </a:lvl9pPr>
          </a:lstStyle>
          <a:p>
            <a:endParaRPr/>
          </a:p>
        </p:txBody>
      </p:sp>
      <p:sp>
        <p:nvSpPr>
          <p:cNvPr id="32" name="Google Shape;32;p6"/>
          <p:cNvSpPr txBox="1">
            <a:spLocks noGrp="1"/>
          </p:cNvSpPr>
          <p:nvPr>
            <p:ph type="body" idx="2"/>
          </p:nvPr>
        </p:nvSpPr>
        <p:spPr>
          <a:xfrm>
            <a:off x="457200" y="1631156"/>
            <a:ext cx="4040100" cy="296340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Tahoma"/>
              <a:buChar char="•"/>
              <a:defRPr sz="2400"/>
            </a:lvl1pPr>
            <a:lvl2pPr marL="914400" lvl="1" indent="-355600" algn="l">
              <a:spcBef>
                <a:spcPts val="400"/>
              </a:spcBef>
              <a:spcAft>
                <a:spcPts val="0"/>
              </a:spcAft>
              <a:buClr>
                <a:schemeClr val="dk1"/>
              </a:buClr>
              <a:buSzPts val="2000"/>
              <a:buFont typeface="Tahoma"/>
              <a:buChar char="–"/>
              <a:defRPr sz="2000"/>
            </a:lvl2pPr>
            <a:lvl3pPr marL="1371600" lvl="2" indent="-342900" algn="l">
              <a:spcBef>
                <a:spcPts val="360"/>
              </a:spcBef>
              <a:spcAft>
                <a:spcPts val="0"/>
              </a:spcAft>
              <a:buClr>
                <a:schemeClr val="dk1"/>
              </a:buClr>
              <a:buSzPts val="1800"/>
              <a:buFont typeface="Tahoma"/>
              <a:buChar char="•"/>
              <a:defRPr sz="1800"/>
            </a:lvl3pPr>
            <a:lvl4pPr marL="1828800" lvl="3" indent="-330200" algn="l">
              <a:spcBef>
                <a:spcPts val="320"/>
              </a:spcBef>
              <a:spcAft>
                <a:spcPts val="0"/>
              </a:spcAft>
              <a:buClr>
                <a:schemeClr val="dk1"/>
              </a:buClr>
              <a:buSzPts val="1600"/>
              <a:buFont typeface="Tahoma"/>
              <a:buChar char="–"/>
              <a:defRPr sz="1600"/>
            </a:lvl4pPr>
            <a:lvl5pPr marL="2286000" lvl="4" indent="-330200" algn="l">
              <a:spcBef>
                <a:spcPts val="320"/>
              </a:spcBef>
              <a:spcAft>
                <a:spcPts val="0"/>
              </a:spcAft>
              <a:buClr>
                <a:schemeClr val="dk1"/>
              </a:buClr>
              <a:buSzPts val="1600"/>
              <a:buFont typeface="Tahoma"/>
              <a:buChar char="»"/>
              <a:defRPr sz="1600"/>
            </a:lvl5pPr>
            <a:lvl6pPr marL="2743200" lvl="5" indent="-330200" algn="l">
              <a:spcBef>
                <a:spcPts val="320"/>
              </a:spcBef>
              <a:spcAft>
                <a:spcPts val="0"/>
              </a:spcAft>
              <a:buClr>
                <a:schemeClr val="dk1"/>
              </a:buClr>
              <a:buSzPts val="1600"/>
              <a:buFont typeface="Tahoma"/>
              <a:buChar char="»"/>
              <a:defRPr sz="1600"/>
            </a:lvl6pPr>
            <a:lvl7pPr marL="3200400" lvl="6" indent="-330200" algn="l">
              <a:spcBef>
                <a:spcPts val="320"/>
              </a:spcBef>
              <a:spcAft>
                <a:spcPts val="0"/>
              </a:spcAft>
              <a:buClr>
                <a:schemeClr val="dk1"/>
              </a:buClr>
              <a:buSzPts val="1600"/>
              <a:buFont typeface="Tahoma"/>
              <a:buChar char="»"/>
              <a:defRPr sz="1600"/>
            </a:lvl7pPr>
            <a:lvl8pPr marL="3657600" lvl="7" indent="-330200" algn="l">
              <a:spcBef>
                <a:spcPts val="320"/>
              </a:spcBef>
              <a:spcAft>
                <a:spcPts val="0"/>
              </a:spcAft>
              <a:buClr>
                <a:schemeClr val="dk1"/>
              </a:buClr>
              <a:buSzPts val="1600"/>
              <a:buFont typeface="Tahoma"/>
              <a:buChar char="»"/>
              <a:defRPr sz="1600"/>
            </a:lvl8pPr>
            <a:lvl9pPr marL="4114800" lvl="8" indent="-330200" algn="l">
              <a:spcBef>
                <a:spcPts val="320"/>
              </a:spcBef>
              <a:spcAft>
                <a:spcPts val="0"/>
              </a:spcAft>
              <a:buClr>
                <a:schemeClr val="dk1"/>
              </a:buClr>
              <a:buSzPts val="1600"/>
              <a:buFont typeface="Tahoma"/>
              <a:buChar char="»"/>
              <a:defRPr sz="1600"/>
            </a:lvl9pPr>
          </a:lstStyle>
          <a:p>
            <a:endParaRPr/>
          </a:p>
        </p:txBody>
      </p:sp>
      <p:sp>
        <p:nvSpPr>
          <p:cNvPr id="33" name="Google Shape;33;p6"/>
          <p:cNvSpPr txBox="1">
            <a:spLocks noGrp="1"/>
          </p:cNvSpPr>
          <p:nvPr>
            <p:ph type="body" idx="3"/>
          </p:nvPr>
        </p:nvSpPr>
        <p:spPr>
          <a:xfrm>
            <a:off x="4645025" y="1151335"/>
            <a:ext cx="4041900" cy="479700"/>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Tahoma"/>
              <a:buNone/>
              <a:defRPr sz="2400" b="1"/>
            </a:lvl1pPr>
            <a:lvl2pPr marL="914400" lvl="1" indent="-228600" algn="l">
              <a:spcBef>
                <a:spcPts val="400"/>
              </a:spcBef>
              <a:spcAft>
                <a:spcPts val="0"/>
              </a:spcAft>
              <a:buClr>
                <a:schemeClr val="dk1"/>
              </a:buClr>
              <a:buSzPts val="2000"/>
              <a:buFont typeface="Tahoma"/>
              <a:buNone/>
              <a:defRPr sz="2000" b="1"/>
            </a:lvl2pPr>
            <a:lvl3pPr marL="1371600" lvl="2" indent="-228600" algn="l">
              <a:spcBef>
                <a:spcPts val="360"/>
              </a:spcBef>
              <a:spcAft>
                <a:spcPts val="0"/>
              </a:spcAft>
              <a:buClr>
                <a:schemeClr val="dk1"/>
              </a:buClr>
              <a:buSzPts val="1800"/>
              <a:buFont typeface="Tahoma"/>
              <a:buNone/>
              <a:defRPr sz="1800" b="1"/>
            </a:lvl3pPr>
            <a:lvl4pPr marL="1828800" lvl="3" indent="-228600" algn="l">
              <a:spcBef>
                <a:spcPts val="320"/>
              </a:spcBef>
              <a:spcAft>
                <a:spcPts val="0"/>
              </a:spcAft>
              <a:buClr>
                <a:schemeClr val="dk1"/>
              </a:buClr>
              <a:buSzPts val="1600"/>
              <a:buFont typeface="Tahoma"/>
              <a:buNone/>
              <a:defRPr sz="1600" b="1"/>
            </a:lvl4pPr>
            <a:lvl5pPr marL="2286000" lvl="4" indent="-228600" algn="l">
              <a:spcBef>
                <a:spcPts val="320"/>
              </a:spcBef>
              <a:spcAft>
                <a:spcPts val="0"/>
              </a:spcAft>
              <a:buClr>
                <a:schemeClr val="dk1"/>
              </a:buClr>
              <a:buSzPts val="1600"/>
              <a:buFont typeface="Tahoma"/>
              <a:buNone/>
              <a:defRPr sz="1600" b="1"/>
            </a:lvl5pPr>
            <a:lvl6pPr marL="2743200" lvl="5" indent="-228600" algn="l">
              <a:spcBef>
                <a:spcPts val="320"/>
              </a:spcBef>
              <a:spcAft>
                <a:spcPts val="0"/>
              </a:spcAft>
              <a:buClr>
                <a:schemeClr val="dk1"/>
              </a:buClr>
              <a:buSzPts val="1600"/>
              <a:buFont typeface="Tahoma"/>
              <a:buNone/>
              <a:defRPr sz="1600" b="1"/>
            </a:lvl6pPr>
            <a:lvl7pPr marL="3200400" lvl="6" indent="-228600" algn="l">
              <a:spcBef>
                <a:spcPts val="320"/>
              </a:spcBef>
              <a:spcAft>
                <a:spcPts val="0"/>
              </a:spcAft>
              <a:buClr>
                <a:schemeClr val="dk1"/>
              </a:buClr>
              <a:buSzPts val="1600"/>
              <a:buFont typeface="Tahoma"/>
              <a:buNone/>
              <a:defRPr sz="1600" b="1"/>
            </a:lvl7pPr>
            <a:lvl8pPr marL="3657600" lvl="7" indent="-228600" algn="l">
              <a:spcBef>
                <a:spcPts val="320"/>
              </a:spcBef>
              <a:spcAft>
                <a:spcPts val="0"/>
              </a:spcAft>
              <a:buClr>
                <a:schemeClr val="dk1"/>
              </a:buClr>
              <a:buSzPts val="1600"/>
              <a:buFont typeface="Tahoma"/>
              <a:buNone/>
              <a:defRPr sz="1600" b="1"/>
            </a:lvl8pPr>
            <a:lvl9pPr marL="4114800" lvl="8" indent="-228600" algn="l">
              <a:spcBef>
                <a:spcPts val="320"/>
              </a:spcBef>
              <a:spcAft>
                <a:spcPts val="0"/>
              </a:spcAft>
              <a:buClr>
                <a:schemeClr val="dk1"/>
              </a:buClr>
              <a:buSzPts val="1600"/>
              <a:buFont typeface="Tahoma"/>
              <a:buNone/>
              <a:defRPr sz="1600" b="1"/>
            </a:lvl9pPr>
          </a:lstStyle>
          <a:p>
            <a:endParaRPr/>
          </a:p>
        </p:txBody>
      </p:sp>
      <p:sp>
        <p:nvSpPr>
          <p:cNvPr id="34" name="Google Shape;34;p6"/>
          <p:cNvSpPr txBox="1">
            <a:spLocks noGrp="1"/>
          </p:cNvSpPr>
          <p:nvPr>
            <p:ph type="body" idx="4"/>
          </p:nvPr>
        </p:nvSpPr>
        <p:spPr>
          <a:xfrm>
            <a:off x="4645025" y="1631156"/>
            <a:ext cx="4041900" cy="296340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Tahoma"/>
              <a:buChar char="•"/>
              <a:defRPr sz="2400"/>
            </a:lvl1pPr>
            <a:lvl2pPr marL="914400" lvl="1" indent="-355600" algn="l">
              <a:spcBef>
                <a:spcPts val="400"/>
              </a:spcBef>
              <a:spcAft>
                <a:spcPts val="0"/>
              </a:spcAft>
              <a:buClr>
                <a:schemeClr val="dk1"/>
              </a:buClr>
              <a:buSzPts val="2000"/>
              <a:buFont typeface="Tahoma"/>
              <a:buChar char="–"/>
              <a:defRPr sz="2000"/>
            </a:lvl2pPr>
            <a:lvl3pPr marL="1371600" lvl="2" indent="-342900" algn="l">
              <a:spcBef>
                <a:spcPts val="360"/>
              </a:spcBef>
              <a:spcAft>
                <a:spcPts val="0"/>
              </a:spcAft>
              <a:buClr>
                <a:schemeClr val="dk1"/>
              </a:buClr>
              <a:buSzPts val="1800"/>
              <a:buFont typeface="Tahoma"/>
              <a:buChar char="•"/>
              <a:defRPr sz="1800"/>
            </a:lvl3pPr>
            <a:lvl4pPr marL="1828800" lvl="3" indent="-330200" algn="l">
              <a:spcBef>
                <a:spcPts val="320"/>
              </a:spcBef>
              <a:spcAft>
                <a:spcPts val="0"/>
              </a:spcAft>
              <a:buClr>
                <a:schemeClr val="dk1"/>
              </a:buClr>
              <a:buSzPts val="1600"/>
              <a:buFont typeface="Tahoma"/>
              <a:buChar char="–"/>
              <a:defRPr sz="1600"/>
            </a:lvl4pPr>
            <a:lvl5pPr marL="2286000" lvl="4" indent="-330200" algn="l">
              <a:spcBef>
                <a:spcPts val="320"/>
              </a:spcBef>
              <a:spcAft>
                <a:spcPts val="0"/>
              </a:spcAft>
              <a:buClr>
                <a:schemeClr val="dk1"/>
              </a:buClr>
              <a:buSzPts val="1600"/>
              <a:buFont typeface="Tahoma"/>
              <a:buChar char="»"/>
              <a:defRPr sz="1600"/>
            </a:lvl5pPr>
            <a:lvl6pPr marL="2743200" lvl="5" indent="-330200" algn="l">
              <a:spcBef>
                <a:spcPts val="320"/>
              </a:spcBef>
              <a:spcAft>
                <a:spcPts val="0"/>
              </a:spcAft>
              <a:buClr>
                <a:schemeClr val="dk1"/>
              </a:buClr>
              <a:buSzPts val="1600"/>
              <a:buFont typeface="Tahoma"/>
              <a:buChar char="»"/>
              <a:defRPr sz="1600"/>
            </a:lvl6pPr>
            <a:lvl7pPr marL="3200400" lvl="6" indent="-330200" algn="l">
              <a:spcBef>
                <a:spcPts val="320"/>
              </a:spcBef>
              <a:spcAft>
                <a:spcPts val="0"/>
              </a:spcAft>
              <a:buClr>
                <a:schemeClr val="dk1"/>
              </a:buClr>
              <a:buSzPts val="1600"/>
              <a:buFont typeface="Tahoma"/>
              <a:buChar char="»"/>
              <a:defRPr sz="1600"/>
            </a:lvl7pPr>
            <a:lvl8pPr marL="3657600" lvl="7" indent="-330200" algn="l">
              <a:spcBef>
                <a:spcPts val="320"/>
              </a:spcBef>
              <a:spcAft>
                <a:spcPts val="0"/>
              </a:spcAft>
              <a:buClr>
                <a:schemeClr val="dk1"/>
              </a:buClr>
              <a:buSzPts val="1600"/>
              <a:buFont typeface="Tahoma"/>
              <a:buChar char="»"/>
              <a:defRPr sz="1600"/>
            </a:lvl8pPr>
            <a:lvl9pPr marL="4114800" lvl="8" indent="-330200" algn="l">
              <a:spcBef>
                <a:spcPts val="320"/>
              </a:spcBef>
              <a:spcAft>
                <a:spcPts val="0"/>
              </a:spcAft>
              <a:buClr>
                <a:schemeClr val="dk1"/>
              </a:buClr>
              <a:buSzPts val="1600"/>
              <a:buFont typeface="Tahoma"/>
              <a:buChar char="»"/>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spTree>
      <p:nvGrpSpPr>
        <p:cNvPr id="1" name="Shape 35"/>
        <p:cNvGrpSpPr/>
        <p:nvPr/>
      </p:nvGrpSpPr>
      <p:grpSpPr>
        <a:xfrm>
          <a:off x="0" y="0"/>
          <a:ext cx="0" cy="0"/>
          <a:chOff x="0" y="0"/>
          <a:chExt cx="0" cy="0"/>
        </a:xfrm>
      </p:grpSpPr>
      <p:sp>
        <p:nvSpPr>
          <p:cNvPr id="36" name="Google Shape;36;p7"/>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37"/>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38"/>
        <p:cNvGrpSpPr/>
        <p:nvPr/>
      </p:nvGrpSpPr>
      <p:grpSpPr>
        <a:xfrm>
          <a:off x="0" y="0"/>
          <a:ext cx="0" cy="0"/>
          <a:chOff x="0" y="0"/>
          <a:chExt cx="0" cy="0"/>
        </a:xfrm>
      </p:grpSpPr>
      <p:sp>
        <p:nvSpPr>
          <p:cNvPr id="39" name="Google Shape;39;p9"/>
          <p:cNvSpPr txBox="1">
            <a:spLocks noGrp="1"/>
          </p:cNvSpPr>
          <p:nvPr>
            <p:ph type="title"/>
          </p:nvPr>
        </p:nvSpPr>
        <p:spPr>
          <a:xfrm>
            <a:off x="457200" y="204788"/>
            <a:ext cx="3008400" cy="8715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40" name="Google Shape;40;p9"/>
          <p:cNvSpPr txBox="1">
            <a:spLocks noGrp="1"/>
          </p:cNvSpPr>
          <p:nvPr>
            <p:ph type="body" idx="1"/>
          </p:nvPr>
        </p:nvSpPr>
        <p:spPr>
          <a:xfrm>
            <a:off x="3575050" y="204788"/>
            <a:ext cx="5111700" cy="4389900"/>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Tahoma"/>
              <a:buChar char="•"/>
              <a:defRPr sz="3200"/>
            </a:lvl1pPr>
            <a:lvl2pPr marL="914400" lvl="1" indent="-406400" algn="l">
              <a:spcBef>
                <a:spcPts val="560"/>
              </a:spcBef>
              <a:spcAft>
                <a:spcPts val="0"/>
              </a:spcAft>
              <a:buClr>
                <a:schemeClr val="dk1"/>
              </a:buClr>
              <a:buSzPts val="2800"/>
              <a:buFont typeface="Tahoma"/>
              <a:buChar char="–"/>
              <a:defRPr sz="2800"/>
            </a:lvl2pPr>
            <a:lvl3pPr marL="1371600" lvl="2" indent="-381000" algn="l">
              <a:spcBef>
                <a:spcPts val="480"/>
              </a:spcBef>
              <a:spcAft>
                <a:spcPts val="0"/>
              </a:spcAft>
              <a:buClr>
                <a:schemeClr val="dk1"/>
              </a:buClr>
              <a:buSzPts val="2400"/>
              <a:buFont typeface="Tahoma"/>
              <a:buChar char="•"/>
              <a:defRPr sz="2400"/>
            </a:lvl3pPr>
            <a:lvl4pPr marL="1828800" lvl="3" indent="-355600" algn="l">
              <a:spcBef>
                <a:spcPts val="400"/>
              </a:spcBef>
              <a:spcAft>
                <a:spcPts val="0"/>
              </a:spcAft>
              <a:buClr>
                <a:schemeClr val="dk1"/>
              </a:buClr>
              <a:buSzPts val="2000"/>
              <a:buFont typeface="Tahoma"/>
              <a:buChar char="–"/>
              <a:defRPr sz="2000"/>
            </a:lvl4pPr>
            <a:lvl5pPr marL="2286000" lvl="4" indent="-355600" algn="l">
              <a:spcBef>
                <a:spcPts val="400"/>
              </a:spcBef>
              <a:spcAft>
                <a:spcPts val="0"/>
              </a:spcAft>
              <a:buClr>
                <a:schemeClr val="dk1"/>
              </a:buClr>
              <a:buSzPts val="2000"/>
              <a:buFont typeface="Tahoma"/>
              <a:buChar char="»"/>
              <a:defRPr sz="2000"/>
            </a:lvl5pPr>
            <a:lvl6pPr marL="2743200" lvl="5" indent="-355600" algn="l">
              <a:spcBef>
                <a:spcPts val="400"/>
              </a:spcBef>
              <a:spcAft>
                <a:spcPts val="0"/>
              </a:spcAft>
              <a:buClr>
                <a:schemeClr val="dk1"/>
              </a:buClr>
              <a:buSzPts val="2000"/>
              <a:buFont typeface="Tahoma"/>
              <a:buChar char="»"/>
              <a:defRPr sz="2000"/>
            </a:lvl6pPr>
            <a:lvl7pPr marL="3200400" lvl="6" indent="-355600" algn="l">
              <a:spcBef>
                <a:spcPts val="400"/>
              </a:spcBef>
              <a:spcAft>
                <a:spcPts val="0"/>
              </a:spcAft>
              <a:buClr>
                <a:schemeClr val="dk1"/>
              </a:buClr>
              <a:buSzPts val="2000"/>
              <a:buFont typeface="Tahoma"/>
              <a:buChar char="»"/>
              <a:defRPr sz="2000"/>
            </a:lvl7pPr>
            <a:lvl8pPr marL="3657600" lvl="7" indent="-355600" algn="l">
              <a:spcBef>
                <a:spcPts val="400"/>
              </a:spcBef>
              <a:spcAft>
                <a:spcPts val="0"/>
              </a:spcAft>
              <a:buClr>
                <a:schemeClr val="dk1"/>
              </a:buClr>
              <a:buSzPts val="2000"/>
              <a:buFont typeface="Tahoma"/>
              <a:buChar char="»"/>
              <a:defRPr sz="2000"/>
            </a:lvl8pPr>
            <a:lvl9pPr marL="4114800" lvl="8" indent="-355600" algn="l">
              <a:spcBef>
                <a:spcPts val="400"/>
              </a:spcBef>
              <a:spcAft>
                <a:spcPts val="0"/>
              </a:spcAft>
              <a:buClr>
                <a:schemeClr val="dk1"/>
              </a:buClr>
              <a:buSzPts val="2000"/>
              <a:buFont typeface="Tahoma"/>
              <a:buChar char="»"/>
              <a:defRPr sz="2000"/>
            </a:lvl9pPr>
          </a:lstStyle>
          <a:p>
            <a:endParaRPr/>
          </a:p>
        </p:txBody>
      </p:sp>
      <p:sp>
        <p:nvSpPr>
          <p:cNvPr id="41" name="Google Shape;41;p9"/>
          <p:cNvSpPr txBox="1">
            <a:spLocks noGrp="1"/>
          </p:cNvSpPr>
          <p:nvPr>
            <p:ph type="body" idx="2"/>
          </p:nvPr>
        </p:nvSpPr>
        <p:spPr>
          <a:xfrm>
            <a:off x="457200" y="1076325"/>
            <a:ext cx="3008400" cy="3518400"/>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Tahoma"/>
              <a:buNone/>
              <a:defRPr sz="1400"/>
            </a:lvl1pPr>
            <a:lvl2pPr marL="914400" lvl="1" indent="-228600" algn="l">
              <a:spcBef>
                <a:spcPts val="240"/>
              </a:spcBef>
              <a:spcAft>
                <a:spcPts val="0"/>
              </a:spcAft>
              <a:buClr>
                <a:schemeClr val="dk1"/>
              </a:buClr>
              <a:buSzPts val="1200"/>
              <a:buFont typeface="Tahoma"/>
              <a:buNone/>
              <a:defRPr sz="1200"/>
            </a:lvl2pPr>
            <a:lvl3pPr marL="1371600" lvl="2" indent="-228600" algn="l">
              <a:spcBef>
                <a:spcPts val="200"/>
              </a:spcBef>
              <a:spcAft>
                <a:spcPts val="0"/>
              </a:spcAft>
              <a:buClr>
                <a:schemeClr val="dk1"/>
              </a:buClr>
              <a:buSzPts val="1000"/>
              <a:buFont typeface="Tahoma"/>
              <a:buNone/>
              <a:defRPr sz="1000"/>
            </a:lvl3pPr>
            <a:lvl4pPr marL="1828800" lvl="3" indent="-228600" algn="l">
              <a:spcBef>
                <a:spcPts val="180"/>
              </a:spcBef>
              <a:spcAft>
                <a:spcPts val="0"/>
              </a:spcAft>
              <a:buClr>
                <a:schemeClr val="dk1"/>
              </a:buClr>
              <a:buSzPts val="900"/>
              <a:buFont typeface="Tahoma"/>
              <a:buNone/>
              <a:defRPr sz="900"/>
            </a:lvl4pPr>
            <a:lvl5pPr marL="2286000" lvl="4" indent="-228600" algn="l">
              <a:spcBef>
                <a:spcPts val="180"/>
              </a:spcBef>
              <a:spcAft>
                <a:spcPts val="0"/>
              </a:spcAft>
              <a:buClr>
                <a:schemeClr val="dk1"/>
              </a:buClr>
              <a:buSzPts val="900"/>
              <a:buFont typeface="Tahoma"/>
              <a:buNone/>
              <a:defRPr sz="900"/>
            </a:lvl5pPr>
            <a:lvl6pPr marL="2743200" lvl="5" indent="-228600" algn="l">
              <a:spcBef>
                <a:spcPts val="180"/>
              </a:spcBef>
              <a:spcAft>
                <a:spcPts val="0"/>
              </a:spcAft>
              <a:buClr>
                <a:schemeClr val="dk1"/>
              </a:buClr>
              <a:buSzPts val="900"/>
              <a:buFont typeface="Tahoma"/>
              <a:buNone/>
              <a:defRPr sz="900"/>
            </a:lvl6pPr>
            <a:lvl7pPr marL="3200400" lvl="6" indent="-228600" algn="l">
              <a:spcBef>
                <a:spcPts val="180"/>
              </a:spcBef>
              <a:spcAft>
                <a:spcPts val="0"/>
              </a:spcAft>
              <a:buClr>
                <a:schemeClr val="dk1"/>
              </a:buClr>
              <a:buSzPts val="900"/>
              <a:buFont typeface="Tahoma"/>
              <a:buNone/>
              <a:defRPr sz="900"/>
            </a:lvl7pPr>
            <a:lvl8pPr marL="3657600" lvl="7" indent="-228600" algn="l">
              <a:spcBef>
                <a:spcPts val="180"/>
              </a:spcBef>
              <a:spcAft>
                <a:spcPts val="0"/>
              </a:spcAft>
              <a:buClr>
                <a:schemeClr val="dk1"/>
              </a:buClr>
              <a:buSzPts val="900"/>
              <a:buFont typeface="Tahoma"/>
              <a:buNone/>
              <a:defRPr sz="900"/>
            </a:lvl8pPr>
            <a:lvl9pPr marL="4114800" lvl="8" indent="-228600" algn="l">
              <a:spcBef>
                <a:spcPts val="180"/>
              </a:spcBef>
              <a:spcAft>
                <a:spcPts val="0"/>
              </a:spcAft>
              <a:buClr>
                <a:schemeClr val="dk1"/>
              </a:buClr>
              <a:buSzPts val="900"/>
              <a:buFont typeface="Tahoma"/>
              <a:buNone/>
              <a:defRPr sz="9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42"/>
        <p:cNvGrpSpPr/>
        <p:nvPr/>
      </p:nvGrpSpPr>
      <p:grpSpPr>
        <a:xfrm>
          <a:off x="0" y="0"/>
          <a:ext cx="0" cy="0"/>
          <a:chOff x="0" y="0"/>
          <a:chExt cx="0" cy="0"/>
        </a:xfrm>
      </p:grpSpPr>
      <p:sp>
        <p:nvSpPr>
          <p:cNvPr id="43" name="Google Shape;43;p10"/>
          <p:cNvSpPr txBox="1">
            <a:spLocks noGrp="1"/>
          </p:cNvSpPr>
          <p:nvPr>
            <p:ph type="title"/>
          </p:nvPr>
        </p:nvSpPr>
        <p:spPr>
          <a:xfrm>
            <a:off x="1792288" y="3600450"/>
            <a:ext cx="5486400" cy="425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44" name="Google Shape;44;p10"/>
          <p:cNvSpPr>
            <a:spLocks noGrp="1"/>
          </p:cNvSpPr>
          <p:nvPr>
            <p:ph type="pic" idx="2"/>
          </p:nvPr>
        </p:nvSpPr>
        <p:spPr>
          <a:xfrm>
            <a:off x="1792288" y="459581"/>
            <a:ext cx="5486400" cy="3086100"/>
          </a:xfrm>
          <a:prstGeom prst="rect">
            <a:avLst/>
          </a:prstGeom>
          <a:noFill/>
          <a:ln>
            <a:noFill/>
          </a:ln>
        </p:spPr>
      </p:sp>
      <p:sp>
        <p:nvSpPr>
          <p:cNvPr id="45" name="Google Shape;45;p10"/>
          <p:cNvSpPr txBox="1">
            <a:spLocks noGrp="1"/>
          </p:cNvSpPr>
          <p:nvPr>
            <p:ph type="body" idx="1"/>
          </p:nvPr>
        </p:nvSpPr>
        <p:spPr>
          <a:xfrm>
            <a:off x="1792288" y="4025504"/>
            <a:ext cx="5486400" cy="603600"/>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Tahoma"/>
              <a:buNone/>
              <a:defRPr sz="1400"/>
            </a:lvl1pPr>
            <a:lvl2pPr marL="914400" lvl="1" indent="-228600" algn="l">
              <a:spcBef>
                <a:spcPts val="240"/>
              </a:spcBef>
              <a:spcAft>
                <a:spcPts val="0"/>
              </a:spcAft>
              <a:buClr>
                <a:schemeClr val="dk1"/>
              </a:buClr>
              <a:buSzPts val="1200"/>
              <a:buFont typeface="Tahoma"/>
              <a:buNone/>
              <a:defRPr sz="1200"/>
            </a:lvl2pPr>
            <a:lvl3pPr marL="1371600" lvl="2" indent="-228600" algn="l">
              <a:spcBef>
                <a:spcPts val="200"/>
              </a:spcBef>
              <a:spcAft>
                <a:spcPts val="0"/>
              </a:spcAft>
              <a:buClr>
                <a:schemeClr val="dk1"/>
              </a:buClr>
              <a:buSzPts val="1000"/>
              <a:buFont typeface="Tahoma"/>
              <a:buNone/>
              <a:defRPr sz="1000"/>
            </a:lvl3pPr>
            <a:lvl4pPr marL="1828800" lvl="3" indent="-228600" algn="l">
              <a:spcBef>
                <a:spcPts val="180"/>
              </a:spcBef>
              <a:spcAft>
                <a:spcPts val="0"/>
              </a:spcAft>
              <a:buClr>
                <a:schemeClr val="dk1"/>
              </a:buClr>
              <a:buSzPts val="900"/>
              <a:buFont typeface="Tahoma"/>
              <a:buNone/>
              <a:defRPr sz="900"/>
            </a:lvl4pPr>
            <a:lvl5pPr marL="2286000" lvl="4" indent="-228600" algn="l">
              <a:spcBef>
                <a:spcPts val="180"/>
              </a:spcBef>
              <a:spcAft>
                <a:spcPts val="0"/>
              </a:spcAft>
              <a:buClr>
                <a:schemeClr val="dk1"/>
              </a:buClr>
              <a:buSzPts val="900"/>
              <a:buFont typeface="Tahoma"/>
              <a:buNone/>
              <a:defRPr sz="900"/>
            </a:lvl5pPr>
            <a:lvl6pPr marL="2743200" lvl="5" indent="-228600" algn="l">
              <a:spcBef>
                <a:spcPts val="180"/>
              </a:spcBef>
              <a:spcAft>
                <a:spcPts val="0"/>
              </a:spcAft>
              <a:buClr>
                <a:schemeClr val="dk1"/>
              </a:buClr>
              <a:buSzPts val="900"/>
              <a:buFont typeface="Tahoma"/>
              <a:buNone/>
              <a:defRPr sz="900"/>
            </a:lvl6pPr>
            <a:lvl7pPr marL="3200400" lvl="6" indent="-228600" algn="l">
              <a:spcBef>
                <a:spcPts val="180"/>
              </a:spcBef>
              <a:spcAft>
                <a:spcPts val="0"/>
              </a:spcAft>
              <a:buClr>
                <a:schemeClr val="dk1"/>
              </a:buClr>
              <a:buSzPts val="900"/>
              <a:buFont typeface="Tahoma"/>
              <a:buNone/>
              <a:defRPr sz="900"/>
            </a:lvl7pPr>
            <a:lvl8pPr marL="3657600" lvl="7" indent="-228600" algn="l">
              <a:spcBef>
                <a:spcPts val="180"/>
              </a:spcBef>
              <a:spcAft>
                <a:spcPts val="0"/>
              </a:spcAft>
              <a:buClr>
                <a:schemeClr val="dk1"/>
              </a:buClr>
              <a:buSzPts val="900"/>
              <a:buFont typeface="Tahoma"/>
              <a:buNone/>
              <a:defRPr sz="900"/>
            </a:lvl8pPr>
            <a:lvl9pPr marL="4114800" lvl="8" indent="-228600" algn="l">
              <a:spcBef>
                <a:spcPts val="180"/>
              </a:spcBef>
              <a:spcAft>
                <a:spcPts val="0"/>
              </a:spcAft>
              <a:buClr>
                <a:schemeClr val="dk1"/>
              </a:buClr>
              <a:buSzPts val="900"/>
              <a:buFont typeface="Tahoma"/>
              <a:buNone/>
              <a:defRPr sz="900"/>
            </a:lvl9pPr>
          </a:lstStyle>
          <a:p>
            <a:endParaRPr/>
          </a:p>
        </p:txBody>
      </p:sp>
      <p:sp>
        <p:nvSpPr>
          <p:cNvPr id="46" name="Google Shape;46;p10"/>
          <p:cNvSpPr txBox="1">
            <a:spLocks noGrp="1"/>
          </p:cNvSpPr>
          <p:nvPr>
            <p:ph type="ftr" idx="11"/>
          </p:nvPr>
        </p:nvSpPr>
        <p:spPr>
          <a:xfrm>
            <a:off x="0" y="4831556"/>
            <a:ext cx="9144000" cy="235800"/>
          </a:xfrm>
          <a:prstGeom prst="rect">
            <a:avLst/>
          </a:prstGeom>
          <a:noFill/>
          <a:ln>
            <a:noFill/>
          </a:ln>
        </p:spPr>
        <p:txBody>
          <a:bodyPr spcFirstLastPara="1" wrap="square" lIns="91425" tIns="45700" rIns="91425" bIns="45700" anchor="t" anchorCtr="0">
            <a:spAutoFit/>
          </a:bodyPr>
          <a:lstStyle>
            <a:lvl1pPr lvl="0" algn="ctr">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47"/>
        <p:cNvGrpSpPr/>
        <p:nvPr/>
      </p:nvGrpSpPr>
      <p:grpSpPr>
        <a:xfrm>
          <a:off x="0" y="0"/>
          <a:ext cx="0" cy="0"/>
          <a:chOff x="0" y="0"/>
          <a:chExt cx="0" cy="0"/>
        </a:xfrm>
      </p:grpSpPr>
      <p:sp>
        <p:nvSpPr>
          <p:cNvPr id="48" name="Google Shape;48;p11"/>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49" name="Google Shape;49;p11"/>
          <p:cNvSpPr txBox="1">
            <a:spLocks noGrp="1"/>
          </p:cNvSpPr>
          <p:nvPr>
            <p:ph type="body" idx="1"/>
          </p:nvPr>
        </p:nvSpPr>
        <p:spPr>
          <a:xfrm rot="5400000">
            <a:off x="2723550" y="-1368619"/>
            <a:ext cx="3696900"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0" name="Google Shape;50;p11"/>
          <p:cNvSpPr txBox="1">
            <a:spLocks noGrp="1"/>
          </p:cNvSpPr>
          <p:nvPr>
            <p:ph type="ftr" idx="11"/>
          </p:nvPr>
        </p:nvSpPr>
        <p:spPr>
          <a:xfrm>
            <a:off x="0" y="4831556"/>
            <a:ext cx="9144000" cy="235800"/>
          </a:xfrm>
          <a:prstGeom prst="rect">
            <a:avLst/>
          </a:prstGeom>
          <a:noFill/>
          <a:ln>
            <a:noFill/>
          </a:ln>
        </p:spPr>
        <p:txBody>
          <a:bodyPr spcFirstLastPara="1" wrap="square" lIns="91425" tIns="45700" rIns="91425" bIns="45700" anchor="t" anchorCtr="0">
            <a:spAutoFit/>
          </a:bodyPr>
          <a:lstStyle>
            <a:lvl1pPr lvl="0" algn="ctr">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51"/>
        <p:cNvGrpSpPr/>
        <p:nvPr/>
      </p:nvGrpSpPr>
      <p:grpSpPr>
        <a:xfrm>
          <a:off x="0" y="0"/>
          <a:ext cx="0" cy="0"/>
          <a:chOff x="0" y="0"/>
          <a:chExt cx="0" cy="0"/>
        </a:xfrm>
      </p:grpSpPr>
      <p:sp>
        <p:nvSpPr>
          <p:cNvPr id="52" name="Google Shape;52;p12"/>
          <p:cNvSpPr txBox="1">
            <a:spLocks noGrp="1"/>
          </p:cNvSpPr>
          <p:nvPr>
            <p:ph type="title"/>
          </p:nvPr>
        </p:nvSpPr>
        <p:spPr>
          <a:xfrm rot="5400000">
            <a:off x="5806650" y="1257329"/>
            <a:ext cx="4388700" cy="22860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53" name="Google Shape;53;p12"/>
          <p:cNvSpPr txBox="1">
            <a:spLocks noGrp="1"/>
          </p:cNvSpPr>
          <p:nvPr>
            <p:ph type="body" idx="1"/>
          </p:nvPr>
        </p:nvSpPr>
        <p:spPr>
          <a:xfrm rot="5400000">
            <a:off x="1158450" y="-952471"/>
            <a:ext cx="4388700" cy="6705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4" name="Google Shape;54;p12"/>
          <p:cNvSpPr txBox="1">
            <a:spLocks noGrp="1"/>
          </p:cNvSpPr>
          <p:nvPr>
            <p:ph type="ftr" idx="11"/>
          </p:nvPr>
        </p:nvSpPr>
        <p:spPr>
          <a:xfrm>
            <a:off x="0" y="4831556"/>
            <a:ext cx="9144000" cy="235800"/>
          </a:xfrm>
          <a:prstGeom prst="rect">
            <a:avLst/>
          </a:prstGeom>
          <a:noFill/>
          <a:ln>
            <a:noFill/>
          </a:ln>
        </p:spPr>
        <p:txBody>
          <a:bodyPr spcFirstLastPara="1" wrap="square" lIns="91425" tIns="45700" rIns="91425" bIns="45700" anchor="t" anchorCtr="0">
            <a:spAutoFit/>
          </a:bodyPr>
          <a:lstStyle>
            <a:lvl1pPr lvl="0" algn="ctr">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36513" y="4786313"/>
            <a:ext cx="9180600" cy="357300"/>
          </a:xfrm>
          <a:prstGeom prst="rect">
            <a:avLst/>
          </a:prstGeom>
          <a:solidFill>
            <a:srgbClr val="99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sp>
        <p:nvSpPr>
          <p:cNvPr id="11" name="Google Shape;11;p1"/>
          <p:cNvSpPr/>
          <p:nvPr/>
        </p:nvSpPr>
        <p:spPr>
          <a:xfrm>
            <a:off x="1042988" y="671513"/>
            <a:ext cx="8100900" cy="64200"/>
          </a:xfrm>
          <a:prstGeom prst="rect">
            <a:avLst/>
          </a:prstGeom>
          <a:solidFill>
            <a:srgbClr val="99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0" i="0" u="none" strike="noStrike" cap="none">
              <a:solidFill>
                <a:schemeClr val="dk1"/>
              </a:solidFill>
              <a:latin typeface="Tahoma"/>
              <a:ea typeface="Tahoma"/>
              <a:cs typeface="Tahoma"/>
              <a:sym typeface="Tahoma"/>
            </a:endParaRPr>
          </a:p>
        </p:txBody>
      </p:sp>
      <p:sp>
        <p:nvSpPr>
          <p:cNvPr id="12" name="Google Shape;12;p1"/>
          <p:cNvSpPr txBox="1"/>
          <p:nvPr/>
        </p:nvSpPr>
        <p:spPr>
          <a:xfrm>
            <a:off x="6542088" y="4841081"/>
            <a:ext cx="21336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s-AR" sz="1400" b="0" i="0" u="none" strike="noStrike" cap="none">
                <a:solidFill>
                  <a:schemeClr val="lt1"/>
                </a:solidFill>
                <a:latin typeface="Tahoma"/>
                <a:ea typeface="Tahoma"/>
                <a:cs typeface="Tahoma"/>
                <a:sym typeface="Tahoma"/>
              </a:rPr>
              <a:t>‹Nº›</a:t>
            </a:fld>
            <a:endParaRPr sz="1400" b="0" i="0" u="none" strike="noStrike" cap="none">
              <a:solidFill>
                <a:schemeClr val="lt1"/>
              </a:solidFill>
              <a:latin typeface="Tahoma"/>
              <a:ea typeface="Tahoma"/>
              <a:cs typeface="Tahoma"/>
              <a:sym typeface="Tahoma"/>
            </a:endParaRPr>
          </a:p>
        </p:txBody>
      </p:sp>
      <p:sp>
        <p:nvSpPr>
          <p:cNvPr id="13" name="Google Shape;13;p1"/>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3600" b="0" i="0" u="none" strike="noStrike" cap="none">
                <a:solidFill>
                  <a:schemeClr val="dk2"/>
                </a:solidFill>
                <a:latin typeface="Tahoma"/>
                <a:ea typeface="Tahoma"/>
                <a:cs typeface="Tahoma"/>
                <a:sym typeface="Tahoma"/>
              </a:defRPr>
            </a:lvl1pPr>
            <a:lvl2pPr marR="0" lvl="1" algn="r" rtl="0">
              <a:spcBef>
                <a:spcPts val="0"/>
              </a:spcBef>
              <a:spcAft>
                <a:spcPts val="0"/>
              </a:spcAft>
              <a:buSzPts val="1400"/>
              <a:buNone/>
              <a:defRPr sz="3600" b="0" i="0" u="none" strike="noStrike" cap="none">
                <a:solidFill>
                  <a:schemeClr val="dk2"/>
                </a:solidFill>
                <a:latin typeface="Tahoma"/>
                <a:ea typeface="Tahoma"/>
                <a:cs typeface="Tahoma"/>
                <a:sym typeface="Tahoma"/>
              </a:defRPr>
            </a:lvl2pPr>
            <a:lvl3pPr marR="0" lvl="2" algn="r" rtl="0">
              <a:spcBef>
                <a:spcPts val="0"/>
              </a:spcBef>
              <a:spcAft>
                <a:spcPts val="0"/>
              </a:spcAft>
              <a:buSzPts val="1400"/>
              <a:buNone/>
              <a:defRPr sz="3600" b="0" i="0" u="none" strike="noStrike" cap="none">
                <a:solidFill>
                  <a:schemeClr val="dk2"/>
                </a:solidFill>
                <a:latin typeface="Tahoma"/>
                <a:ea typeface="Tahoma"/>
                <a:cs typeface="Tahoma"/>
                <a:sym typeface="Tahoma"/>
              </a:defRPr>
            </a:lvl3pPr>
            <a:lvl4pPr marR="0" lvl="3" algn="r" rtl="0">
              <a:spcBef>
                <a:spcPts val="0"/>
              </a:spcBef>
              <a:spcAft>
                <a:spcPts val="0"/>
              </a:spcAft>
              <a:buSzPts val="1400"/>
              <a:buNone/>
              <a:defRPr sz="3600" b="0" i="0" u="none" strike="noStrike" cap="none">
                <a:solidFill>
                  <a:schemeClr val="dk2"/>
                </a:solidFill>
                <a:latin typeface="Tahoma"/>
                <a:ea typeface="Tahoma"/>
                <a:cs typeface="Tahoma"/>
                <a:sym typeface="Tahoma"/>
              </a:defRPr>
            </a:lvl4pPr>
            <a:lvl5pPr marR="0" lvl="4" algn="r" rtl="0">
              <a:spcBef>
                <a:spcPts val="0"/>
              </a:spcBef>
              <a:spcAft>
                <a:spcPts val="0"/>
              </a:spcAft>
              <a:buSzPts val="1400"/>
              <a:buNone/>
              <a:defRPr sz="3600" b="0" i="0" u="none" strike="noStrike" cap="none">
                <a:solidFill>
                  <a:schemeClr val="dk2"/>
                </a:solidFill>
                <a:latin typeface="Tahoma"/>
                <a:ea typeface="Tahoma"/>
                <a:cs typeface="Tahoma"/>
                <a:sym typeface="Tahoma"/>
              </a:defRPr>
            </a:lvl5pPr>
            <a:lvl6pPr marR="0" lvl="5" algn="r" rtl="0">
              <a:spcBef>
                <a:spcPts val="0"/>
              </a:spcBef>
              <a:spcAft>
                <a:spcPts val="0"/>
              </a:spcAft>
              <a:buSzPts val="1400"/>
              <a:buNone/>
              <a:defRPr sz="3600" b="0" i="0" u="none" strike="noStrike" cap="none">
                <a:solidFill>
                  <a:schemeClr val="dk2"/>
                </a:solidFill>
                <a:latin typeface="Tahoma"/>
                <a:ea typeface="Tahoma"/>
                <a:cs typeface="Tahoma"/>
                <a:sym typeface="Tahoma"/>
              </a:defRPr>
            </a:lvl6pPr>
            <a:lvl7pPr marR="0" lvl="6" algn="r" rtl="0">
              <a:spcBef>
                <a:spcPts val="0"/>
              </a:spcBef>
              <a:spcAft>
                <a:spcPts val="0"/>
              </a:spcAft>
              <a:buSzPts val="1400"/>
              <a:buNone/>
              <a:defRPr sz="3600" b="0" i="0" u="none" strike="noStrike" cap="none">
                <a:solidFill>
                  <a:schemeClr val="dk2"/>
                </a:solidFill>
                <a:latin typeface="Tahoma"/>
                <a:ea typeface="Tahoma"/>
                <a:cs typeface="Tahoma"/>
                <a:sym typeface="Tahoma"/>
              </a:defRPr>
            </a:lvl7pPr>
            <a:lvl8pPr marR="0" lvl="7" algn="r" rtl="0">
              <a:spcBef>
                <a:spcPts val="0"/>
              </a:spcBef>
              <a:spcAft>
                <a:spcPts val="0"/>
              </a:spcAft>
              <a:buSzPts val="1400"/>
              <a:buNone/>
              <a:defRPr sz="3600" b="0" i="0" u="none" strike="noStrike" cap="none">
                <a:solidFill>
                  <a:schemeClr val="dk2"/>
                </a:solidFill>
                <a:latin typeface="Tahoma"/>
                <a:ea typeface="Tahoma"/>
                <a:cs typeface="Tahoma"/>
                <a:sym typeface="Tahoma"/>
              </a:defRPr>
            </a:lvl8pPr>
            <a:lvl9pPr marR="0" lvl="8" algn="r" rtl="0">
              <a:spcBef>
                <a:spcPts val="0"/>
              </a:spcBef>
              <a:spcAft>
                <a:spcPts val="0"/>
              </a:spcAft>
              <a:buSzPts val="1400"/>
              <a:buNone/>
              <a:defRPr sz="3600" b="0" i="0" u="none" strike="noStrike" cap="none">
                <a:solidFill>
                  <a:schemeClr val="dk2"/>
                </a:solidFill>
                <a:latin typeface="Tahoma"/>
                <a:ea typeface="Tahoma"/>
                <a:cs typeface="Tahoma"/>
                <a:sym typeface="Tahoma"/>
              </a:defRPr>
            </a:lvl9pPr>
          </a:lstStyle>
          <a:p>
            <a:endParaRPr/>
          </a:p>
        </p:txBody>
      </p:sp>
      <p:sp>
        <p:nvSpPr>
          <p:cNvPr id="14" name="Google Shape;14;p1"/>
          <p:cNvSpPr txBox="1">
            <a:spLocks noGrp="1"/>
          </p:cNvSpPr>
          <p:nvPr>
            <p:ph type="body" idx="1"/>
          </p:nvPr>
        </p:nvSpPr>
        <p:spPr>
          <a:xfrm>
            <a:off x="457200" y="897731"/>
            <a:ext cx="8229600" cy="36969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Tahoma"/>
              <a:buChar char="•"/>
              <a:defRPr sz="3200" b="0" i="0" u="none" strike="noStrike" cap="none">
                <a:solidFill>
                  <a:schemeClr val="dk1"/>
                </a:solidFill>
                <a:latin typeface="Tahoma"/>
                <a:ea typeface="Tahoma"/>
                <a:cs typeface="Tahoma"/>
                <a:sym typeface="Tahoma"/>
              </a:defRPr>
            </a:lvl1pPr>
            <a:lvl2pPr marL="914400" marR="0" lvl="1" indent="-406400" algn="l" rtl="0">
              <a:spcBef>
                <a:spcPts val="560"/>
              </a:spcBef>
              <a:spcAft>
                <a:spcPts val="0"/>
              </a:spcAft>
              <a:buClr>
                <a:schemeClr val="dk1"/>
              </a:buClr>
              <a:buSzPts val="2800"/>
              <a:buFont typeface="Tahoma"/>
              <a:buChar char="–"/>
              <a:defRPr sz="2800" b="0" i="0" u="none" strike="noStrike" cap="none">
                <a:solidFill>
                  <a:schemeClr val="dk1"/>
                </a:solidFill>
                <a:latin typeface="Tahoma"/>
                <a:ea typeface="Tahoma"/>
                <a:cs typeface="Tahoma"/>
                <a:sym typeface="Tahoma"/>
              </a:defRPr>
            </a:lvl2pPr>
            <a:lvl3pPr marL="1371600" marR="0" lvl="2" indent="-381000" algn="l" rtl="0">
              <a:spcBef>
                <a:spcPts val="480"/>
              </a:spcBef>
              <a:spcAft>
                <a:spcPts val="0"/>
              </a:spcAft>
              <a:buClr>
                <a:schemeClr val="dk1"/>
              </a:buClr>
              <a:buSzPts val="2400"/>
              <a:buFont typeface="Tahoma"/>
              <a:buChar char="•"/>
              <a:defRPr sz="2400" b="0" i="0" u="none" strike="noStrike" cap="none">
                <a:solidFill>
                  <a:schemeClr val="dk1"/>
                </a:solidFill>
                <a:latin typeface="Tahoma"/>
                <a:ea typeface="Tahoma"/>
                <a:cs typeface="Tahoma"/>
                <a:sym typeface="Tahoma"/>
              </a:defRPr>
            </a:lvl3pPr>
            <a:lvl4pPr marL="1828800" marR="0" lvl="3" indent="-355600"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4pPr>
            <a:lvl5pPr marL="2286000" marR="0" lvl="4" indent="-355600"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5pPr>
            <a:lvl6pPr marL="2743200" marR="0" lvl="5" indent="-355600"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6pPr>
            <a:lvl7pPr marL="3200400" marR="0" lvl="6" indent="-355600"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7pPr>
            <a:lvl8pPr marL="3657600" marR="0" lvl="7" indent="-355600"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8pPr>
            <a:lvl9pPr marL="4114800" marR="0" lvl="8" indent="-355600" algn="l" rtl="0">
              <a:spcBef>
                <a:spcPts val="400"/>
              </a:spcBef>
              <a:spcAft>
                <a:spcPts val="0"/>
              </a:spcAft>
              <a:buClr>
                <a:schemeClr val="dk1"/>
              </a:buClr>
              <a:buSzPts val="2000"/>
              <a:buFont typeface="Tahoma"/>
              <a:buChar char="»"/>
              <a:defRPr sz="2000" b="0" i="0" u="none" strike="noStrike" cap="none">
                <a:solidFill>
                  <a:schemeClr val="dk1"/>
                </a:solidFill>
                <a:latin typeface="Tahoma"/>
                <a:ea typeface="Tahoma"/>
                <a:cs typeface="Tahoma"/>
                <a:sym typeface="Tahoma"/>
              </a:defRPr>
            </a:lvl9pPr>
          </a:lstStyle>
          <a:p>
            <a:endParaRPr/>
          </a:p>
        </p:txBody>
      </p:sp>
      <p:sp>
        <p:nvSpPr>
          <p:cNvPr id="15" name="Google Shape;15;p1"/>
          <p:cNvSpPr txBox="1"/>
          <p:nvPr/>
        </p:nvSpPr>
        <p:spPr>
          <a:xfrm>
            <a:off x="0" y="4831556"/>
            <a:ext cx="91440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1400"/>
              <a:buFont typeface="Tahoma"/>
              <a:buNone/>
            </a:pPr>
            <a:r>
              <a:rPr lang="es-AR" sz="1400" i="0" u="none" strike="noStrike" cap="none">
                <a:solidFill>
                  <a:schemeClr val="lt1"/>
                </a:solidFill>
                <a:latin typeface="Tahoma"/>
                <a:ea typeface="Tahoma"/>
                <a:cs typeface="Tahoma"/>
                <a:sym typeface="Tahoma"/>
              </a:rPr>
              <a:t>ANÁLISIS DE SISTEMAS </a:t>
            </a:r>
            <a:endParaRPr>
              <a:latin typeface="Tahoma"/>
              <a:ea typeface="Tahoma"/>
              <a:cs typeface="Tahoma"/>
              <a:sym typeface="Tahoma"/>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p:nvPr/>
        </p:nvSpPr>
        <p:spPr>
          <a:xfrm>
            <a:off x="0" y="1885950"/>
            <a:ext cx="9144000" cy="1371600"/>
          </a:xfrm>
          <a:prstGeom prst="rect">
            <a:avLst/>
          </a:prstGeom>
          <a:solidFill>
            <a:srgbClr val="99000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Tahoma"/>
              <a:buNone/>
            </a:pPr>
            <a:endParaRPr sz="1800" b="0" i="0" u="none" strike="noStrike" cap="none">
              <a:solidFill>
                <a:schemeClr val="dk1"/>
              </a:solidFill>
              <a:latin typeface="Arial"/>
              <a:ea typeface="Arial"/>
              <a:cs typeface="Arial"/>
              <a:sym typeface="Arial"/>
            </a:endParaRPr>
          </a:p>
        </p:txBody>
      </p:sp>
      <p:sp>
        <p:nvSpPr>
          <p:cNvPr id="61" name="Google Shape;61;p13"/>
          <p:cNvSpPr txBox="1"/>
          <p:nvPr/>
        </p:nvSpPr>
        <p:spPr>
          <a:xfrm>
            <a:off x="0" y="2249091"/>
            <a:ext cx="9144000" cy="8364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2000"/>
              <a:buFont typeface="Trebuchet MS"/>
              <a:buNone/>
            </a:pPr>
            <a:r>
              <a:rPr lang="es-AR" sz="2000" b="1" i="0" u="none" strike="noStrike" cap="none" dirty="0">
                <a:solidFill>
                  <a:schemeClr val="lt1"/>
                </a:solidFill>
                <a:latin typeface="Trebuchet MS"/>
                <a:ea typeface="Trebuchet MS"/>
                <a:cs typeface="Trebuchet MS"/>
                <a:sym typeface="Trebuchet MS"/>
              </a:rPr>
              <a:t>Diagrama de Contexto y Tabla de Eventos</a:t>
            </a:r>
            <a:endParaRPr dirty="0"/>
          </a:p>
          <a:p>
            <a:pPr marL="0" marR="0" lvl="0" indent="0" algn="ctr" rtl="0">
              <a:spcBef>
                <a:spcPts val="1000"/>
              </a:spcBef>
              <a:spcAft>
                <a:spcPts val="0"/>
              </a:spcAft>
              <a:buClr>
                <a:schemeClr val="lt1"/>
              </a:buClr>
              <a:buSzPts val="2000"/>
              <a:buFont typeface="Trebuchet MS"/>
              <a:buNone/>
            </a:pPr>
            <a:r>
              <a:rPr lang="es-AR" sz="2000" b="1" i="0" u="none" strike="noStrike" cap="none">
                <a:solidFill>
                  <a:schemeClr val="lt1"/>
                </a:solidFill>
                <a:latin typeface="Trebuchet MS"/>
                <a:ea typeface="Trebuchet MS"/>
                <a:cs typeface="Trebuchet MS"/>
                <a:sym typeface="Trebuchet MS"/>
              </a:rPr>
              <a:t>2025</a:t>
            </a:r>
            <a:endParaRPr dirty="0"/>
          </a:p>
        </p:txBody>
      </p:sp>
      <p:sp>
        <p:nvSpPr>
          <p:cNvPr id="62" name="Google Shape;62;p13"/>
          <p:cNvSpPr txBox="1"/>
          <p:nvPr/>
        </p:nvSpPr>
        <p:spPr>
          <a:xfrm>
            <a:off x="0" y="1059656"/>
            <a:ext cx="9144000" cy="615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Trebuchet MS"/>
              <a:buNone/>
            </a:pPr>
            <a:r>
              <a:rPr lang="es-AR" sz="2000" b="1" i="0" u="none" strike="noStrike" cap="none" dirty="0">
                <a:solidFill>
                  <a:schemeClr val="dk1"/>
                </a:solidFill>
                <a:latin typeface="Trebuchet MS"/>
                <a:ea typeface="Trebuchet MS"/>
                <a:cs typeface="Trebuchet MS"/>
                <a:sym typeface="Trebuchet MS"/>
              </a:rPr>
              <a:t>ANÁLISIS DE SISTEMAS DE INFORMACIÓN</a:t>
            </a:r>
            <a:br>
              <a:rPr lang="es-AR" sz="2000" b="1" i="0" u="none" strike="noStrike" cap="none" dirty="0">
                <a:solidFill>
                  <a:schemeClr val="dk1"/>
                </a:solidFill>
                <a:latin typeface="Trebuchet MS"/>
                <a:ea typeface="Trebuchet MS"/>
                <a:cs typeface="Trebuchet MS"/>
                <a:sym typeface="Trebuchet MS"/>
              </a:rPr>
            </a:br>
            <a:endParaRPr dirty="0">
              <a:solidFill>
                <a:srgbClr val="7F7F7F"/>
              </a:solidFill>
            </a:endParaRPr>
          </a:p>
        </p:txBody>
      </p:sp>
      <p:graphicFrame>
        <p:nvGraphicFramePr>
          <p:cNvPr id="63" name="Google Shape;63;p13"/>
          <p:cNvGraphicFramePr/>
          <p:nvPr/>
        </p:nvGraphicFramePr>
        <p:xfrm>
          <a:off x="342900" y="4478738"/>
          <a:ext cx="8458200" cy="516725"/>
        </p:xfrm>
        <a:graphic>
          <a:graphicData uri="http://schemas.openxmlformats.org/drawingml/2006/table">
            <a:tbl>
              <a:tblPr>
                <a:noFill/>
                <a:tableStyleId>{1826B338-43D4-401A-AC58-D5397675F2AD}</a:tableStyleId>
              </a:tblPr>
              <a:tblGrid>
                <a:gridCol w="8458200">
                  <a:extLst>
                    <a:ext uri="{9D8B030D-6E8A-4147-A177-3AD203B41FA5}">
                      <a16:colId xmlns:a16="http://schemas.microsoft.com/office/drawing/2014/main" val="20000"/>
                    </a:ext>
                  </a:extLst>
                </a:gridCol>
              </a:tblGrid>
              <a:tr h="516725">
                <a:tc>
                  <a:txBody>
                    <a:bodyPr/>
                    <a:lstStyle/>
                    <a:p>
                      <a:pPr marL="0" marR="0" lvl="0" indent="0" algn="l" rtl="0">
                        <a:lnSpc>
                          <a:spcPct val="100000"/>
                        </a:lnSpc>
                        <a:spcBef>
                          <a:spcPts val="0"/>
                        </a:spcBef>
                        <a:spcAft>
                          <a:spcPts val="0"/>
                        </a:spcAft>
                        <a:buClr>
                          <a:schemeClr val="dk1"/>
                        </a:buClr>
                        <a:buSzPts val="2100"/>
                        <a:buFont typeface="Tahoma"/>
                        <a:buNone/>
                      </a:pPr>
                      <a:endParaRPr sz="2100" b="0" i="0" u="none" strike="noStrike" cap="none">
                        <a:solidFill>
                          <a:schemeClr val="dk1"/>
                        </a:solidFill>
                        <a:latin typeface="Tahoma"/>
                        <a:ea typeface="Tahoma"/>
                        <a:cs typeface="Tahoma"/>
                        <a:sym typeface="Tahoma"/>
                      </a:endParaRPr>
                    </a:p>
                  </a:txBody>
                  <a:tcPr marL="91450" marR="91450" marT="34250" marB="342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990000"/>
                    </a:solidFill>
                  </a:tcPr>
                </a:tc>
                <a:extLst>
                  <a:ext uri="{0D108BD9-81ED-4DB2-BD59-A6C34878D82A}">
                    <a16:rowId xmlns:a16="http://schemas.microsoft.com/office/drawing/2014/main" val="10000"/>
                  </a:ext>
                </a:extLst>
              </a:tr>
            </a:tbl>
          </a:graphicData>
        </a:graphic>
      </p:graphicFrame>
      <p:pic>
        <p:nvPicPr>
          <p:cNvPr id="64" name="Google Shape;64;p13" descr="http://ahoraeducacion.com/files/2012/03/Logo-UTN-BA.jpg"/>
          <p:cNvPicPr preferRelativeResize="0"/>
          <p:nvPr/>
        </p:nvPicPr>
        <p:blipFill rotWithShape="1">
          <a:blip r:embed="rId3">
            <a:alphaModFix/>
          </a:blip>
          <a:srcRect/>
          <a:stretch/>
        </p:blipFill>
        <p:spPr>
          <a:xfrm>
            <a:off x="428625" y="214313"/>
            <a:ext cx="1168004" cy="845344"/>
          </a:xfrm>
          <a:prstGeom prst="rect">
            <a:avLst/>
          </a:prstGeom>
          <a:noFill/>
          <a:ln>
            <a:noFill/>
          </a:ln>
        </p:spPr>
      </p:pic>
      <p:sp>
        <p:nvSpPr>
          <p:cNvPr id="65" name="Google Shape;65;p13"/>
          <p:cNvSpPr txBox="1"/>
          <p:nvPr/>
        </p:nvSpPr>
        <p:spPr>
          <a:xfrm>
            <a:off x="407400" y="4563363"/>
            <a:ext cx="84054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1400"/>
              <a:buFont typeface="Trebuchet MS"/>
              <a:buNone/>
            </a:pPr>
            <a:r>
              <a:rPr lang="es-AR" sz="1400" b="1" i="0" u="none" strike="noStrike" cap="none">
                <a:solidFill>
                  <a:schemeClr val="lt1"/>
                </a:solidFill>
                <a:latin typeface="Trebuchet MS"/>
                <a:ea typeface="Trebuchet MS"/>
                <a:cs typeface="Trebuchet MS"/>
                <a:sym typeface="Trebuchet MS"/>
              </a:rPr>
              <a:t>Ing. Ramiro Garbarini</a:t>
            </a:r>
            <a:endParaRPr b="1">
              <a:solidFill>
                <a:schemeClr val="lt1"/>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000000"/>
              </a:buClr>
              <a:buFont typeface="Arial"/>
              <a:buNone/>
            </a:pPr>
            <a:r>
              <a:rPr lang="es-AR" sz="3200"/>
              <a:t>Modelo de la realidad</a:t>
            </a:r>
            <a:endParaRPr/>
          </a:p>
        </p:txBody>
      </p:sp>
      <p:sp>
        <p:nvSpPr>
          <p:cNvPr id="72" name="Google Shape;72;p14"/>
          <p:cNvSpPr txBox="1">
            <a:spLocks noGrp="1"/>
          </p:cNvSpPr>
          <p:nvPr>
            <p:ph type="body" idx="1"/>
          </p:nvPr>
        </p:nvSpPr>
        <p:spPr>
          <a:xfrm>
            <a:off x="827088" y="738188"/>
            <a:ext cx="7143900" cy="3202800"/>
          </a:xfrm>
          <a:prstGeom prst="rect">
            <a:avLst/>
          </a:prstGeom>
          <a:noFill/>
          <a:ln>
            <a:noFill/>
          </a:ln>
        </p:spPr>
        <p:txBody>
          <a:bodyPr spcFirstLastPara="1" wrap="square" lIns="91425" tIns="45700" rIns="91425" bIns="45700" anchor="t" anchorCtr="0">
            <a:noAutofit/>
          </a:bodyPr>
          <a:lstStyle/>
          <a:p>
            <a:pPr marL="114300" lvl="0" indent="0" algn="l" rtl="0">
              <a:spcBef>
                <a:spcPts val="0"/>
              </a:spcBef>
              <a:spcAft>
                <a:spcPts val="0"/>
              </a:spcAft>
              <a:buClr>
                <a:schemeClr val="dk1"/>
              </a:buClr>
              <a:buSzPts val="2400"/>
              <a:buFont typeface="Tahoma"/>
              <a:buNone/>
            </a:pPr>
            <a:endParaRPr/>
          </a:p>
          <a:p>
            <a:pPr marL="114300" lvl="0" indent="0" algn="l" rtl="0">
              <a:spcBef>
                <a:spcPts val="480"/>
              </a:spcBef>
              <a:spcAft>
                <a:spcPts val="0"/>
              </a:spcAft>
              <a:buClr>
                <a:schemeClr val="dk1"/>
              </a:buClr>
              <a:buSzPts val="2400"/>
              <a:buFont typeface="Tahoma"/>
              <a:buNone/>
            </a:pPr>
            <a:endParaRPr sz="2400"/>
          </a:p>
          <a:p>
            <a:pPr marL="114300" lvl="0" indent="0" algn="l" rtl="0">
              <a:spcBef>
                <a:spcPts val="480"/>
              </a:spcBef>
              <a:spcAft>
                <a:spcPts val="0"/>
              </a:spcAft>
              <a:buClr>
                <a:schemeClr val="dk1"/>
              </a:buClr>
              <a:buSzPts val="2400"/>
              <a:buFont typeface="Tahoma"/>
              <a:buNone/>
            </a:pPr>
            <a:endParaRPr sz="2400"/>
          </a:p>
        </p:txBody>
      </p:sp>
      <p:grpSp>
        <p:nvGrpSpPr>
          <p:cNvPr id="73" name="Google Shape;73;p14"/>
          <p:cNvGrpSpPr/>
          <p:nvPr/>
        </p:nvGrpSpPr>
        <p:grpSpPr>
          <a:xfrm>
            <a:off x="2124045" y="2085975"/>
            <a:ext cx="5105021" cy="2589660"/>
            <a:chOff x="649709" y="0"/>
            <a:chExt cx="4399742" cy="2686091"/>
          </a:xfrm>
        </p:grpSpPr>
        <p:sp>
          <p:nvSpPr>
            <p:cNvPr id="74" name="Google Shape;74;p14"/>
            <p:cNvSpPr/>
            <p:nvPr/>
          </p:nvSpPr>
          <p:spPr>
            <a:xfrm>
              <a:off x="945997" y="151903"/>
              <a:ext cx="3800612" cy="2209386"/>
            </a:xfrm>
            <a:custGeom>
              <a:avLst/>
              <a:gdLst/>
              <a:ahLst/>
              <a:cxnLst/>
              <a:rect l="l" t="t" r="r" b="b"/>
              <a:pathLst>
                <a:path w="3800856" h="2209800" extrusionOk="0">
                  <a:moveTo>
                    <a:pt x="0" y="0"/>
                  </a:moveTo>
                  <a:lnTo>
                    <a:pt x="3800856" y="0"/>
                  </a:lnTo>
                  <a:lnTo>
                    <a:pt x="3800856" y="2209800"/>
                  </a:lnTo>
                  <a:lnTo>
                    <a:pt x="0" y="2209800"/>
                  </a:lnTo>
                  <a:close/>
                </a:path>
              </a:pathLst>
            </a:custGeom>
            <a:noFill/>
            <a:ln w="9525" cap="flat" cmpd="sng">
              <a:solidFill>
                <a:srgbClr val="000000"/>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5" name="Google Shape;75;p14"/>
            <p:cNvSpPr/>
            <p:nvPr/>
          </p:nvSpPr>
          <p:spPr>
            <a:xfrm>
              <a:off x="2846767" y="207728"/>
              <a:ext cx="101346" cy="448931"/>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2400"/>
                <a:buFont typeface="Times New Roman"/>
                <a:buNone/>
              </a:pPr>
              <a:r>
                <a:rPr lang="es-AR" sz="2400" b="0" i="0" u="none" strike="noStrike" cap="none">
                  <a:solidFill>
                    <a:srgbClr val="000000"/>
                  </a:solidFill>
                  <a:latin typeface="Times New Roman"/>
                  <a:ea typeface="Times New Roman"/>
                  <a:cs typeface="Times New Roman"/>
                  <a:sym typeface="Times New Roman"/>
                </a:rPr>
                <a:t> </a:t>
              </a:r>
              <a:endParaRPr sz="1000" b="0" i="0" u="none" strike="noStrike" cap="none">
                <a:solidFill>
                  <a:srgbClr val="000000"/>
                </a:solidFill>
                <a:latin typeface="Arial"/>
                <a:ea typeface="Arial"/>
                <a:cs typeface="Arial"/>
                <a:sym typeface="Arial"/>
              </a:endParaRPr>
            </a:p>
          </p:txBody>
        </p:sp>
        <p:sp>
          <p:nvSpPr>
            <p:cNvPr id="76" name="Google Shape;76;p14"/>
            <p:cNvSpPr/>
            <p:nvPr/>
          </p:nvSpPr>
          <p:spPr>
            <a:xfrm>
              <a:off x="1462534" y="607612"/>
              <a:ext cx="2764916" cy="1370832"/>
            </a:xfrm>
            <a:custGeom>
              <a:avLst/>
              <a:gdLst/>
              <a:ahLst/>
              <a:cxnLst/>
              <a:rect l="l" t="t" r="r" b="b"/>
              <a:pathLst>
                <a:path w="2764536" h="1371600" extrusionOk="0">
                  <a:moveTo>
                    <a:pt x="2764536" y="685800"/>
                  </a:moveTo>
                  <a:cubicBezTo>
                    <a:pt x="2764536" y="1064557"/>
                    <a:pt x="2145673" y="1371600"/>
                    <a:pt x="1382268" y="1371600"/>
                  </a:cubicBezTo>
                  <a:cubicBezTo>
                    <a:pt x="618863" y="1371600"/>
                    <a:pt x="0" y="1064557"/>
                    <a:pt x="0" y="685800"/>
                  </a:cubicBezTo>
                  <a:cubicBezTo>
                    <a:pt x="0" y="307043"/>
                    <a:pt x="618863" y="0"/>
                    <a:pt x="1382268" y="0"/>
                  </a:cubicBezTo>
                  <a:cubicBezTo>
                    <a:pt x="2145673" y="0"/>
                    <a:pt x="2764536" y="307043"/>
                    <a:pt x="2764536" y="685800"/>
                  </a:cubicBezTo>
                  <a:close/>
                </a:path>
              </a:pathLst>
            </a:custGeom>
            <a:noFill/>
            <a:ln w="9525" cap="flat" cmpd="sng">
              <a:solidFill>
                <a:srgbClr val="000000"/>
              </a:solidFill>
              <a:prstDash val="dash"/>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7" name="Google Shape;77;p14"/>
            <p:cNvSpPr/>
            <p:nvPr/>
          </p:nvSpPr>
          <p:spPr>
            <a:xfrm>
              <a:off x="1119050" y="226002"/>
              <a:ext cx="432633" cy="381610"/>
            </a:xfrm>
            <a:custGeom>
              <a:avLst/>
              <a:gdLst/>
              <a:ahLst/>
              <a:cxnLst/>
              <a:rect l="l" t="t" r="r" b="b"/>
              <a:pathLst>
                <a:path w="432816" h="381000" extrusionOk="0">
                  <a:moveTo>
                    <a:pt x="432816" y="190500"/>
                  </a:moveTo>
                  <a:cubicBezTo>
                    <a:pt x="432816" y="295710"/>
                    <a:pt x="335927" y="381000"/>
                    <a:pt x="216408" y="381000"/>
                  </a:cubicBezTo>
                  <a:cubicBezTo>
                    <a:pt x="96889" y="381000"/>
                    <a:pt x="0" y="295710"/>
                    <a:pt x="0" y="190500"/>
                  </a:cubicBezTo>
                  <a:cubicBezTo>
                    <a:pt x="0" y="85290"/>
                    <a:pt x="96889" y="0"/>
                    <a:pt x="216408" y="0"/>
                  </a:cubicBezTo>
                  <a:cubicBezTo>
                    <a:pt x="335927" y="0"/>
                    <a:pt x="432816" y="85290"/>
                    <a:pt x="432816" y="190500"/>
                  </a:cubicBezTo>
                  <a:close/>
                </a:path>
              </a:pathLst>
            </a:custGeom>
            <a:noFill/>
            <a:ln w="9525" cap="flat" cmpd="sng">
              <a:solidFill>
                <a:srgbClr val="000000"/>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8" name="Google Shape;78;p14"/>
            <p:cNvSpPr/>
            <p:nvPr/>
          </p:nvSpPr>
          <p:spPr>
            <a:xfrm>
              <a:off x="1292103" y="1826542"/>
              <a:ext cx="430011" cy="381610"/>
            </a:xfrm>
            <a:custGeom>
              <a:avLst/>
              <a:gdLst/>
              <a:ahLst/>
              <a:cxnLst/>
              <a:rect l="l" t="t" r="r" b="b"/>
              <a:pathLst>
                <a:path w="429768" h="381000" extrusionOk="0">
                  <a:moveTo>
                    <a:pt x="429768" y="190500"/>
                  </a:moveTo>
                  <a:cubicBezTo>
                    <a:pt x="429768" y="295711"/>
                    <a:pt x="333561" y="381000"/>
                    <a:pt x="214884" y="381000"/>
                  </a:cubicBezTo>
                  <a:cubicBezTo>
                    <a:pt x="96207" y="381000"/>
                    <a:pt x="0" y="295711"/>
                    <a:pt x="0" y="190500"/>
                  </a:cubicBezTo>
                  <a:cubicBezTo>
                    <a:pt x="0" y="85289"/>
                    <a:pt x="96207" y="0"/>
                    <a:pt x="214884" y="0"/>
                  </a:cubicBezTo>
                  <a:cubicBezTo>
                    <a:pt x="333561" y="0"/>
                    <a:pt x="429768" y="85289"/>
                    <a:pt x="429768" y="190500"/>
                  </a:cubicBezTo>
                  <a:close/>
                </a:path>
              </a:pathLst>
            </a:custGeom>
            <a:noFill/>
            <a:ln w="9525" cap="flat" cmpd="sng">
              <a:solidFill>
                <a:srgbClr val="000000"/>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79" name="Google Shape;79;p14"/>
            <p:cNvSpPr/>
            <p:nvPr/>
          </p:nvSpPr>
          <p:spPr>
            <a:xfrm>
              <a:off x="4054393" y="1827793"/>
              <a:ext cx="432816" cy="380047"/>
            </a:xfrm>
            <a:custGeom>
              <a:avLst/>
              <a:gdLst/>
              <a:ahLst/>
              <a:cxnLst/>
              <a:rect l="l" t="t" r="r" b="b"/>
              <a:pathLst>
                <a:path w="432816" h="381000" extrusionOk="0">
                  <a:moveTo>
                    <a:pt x="432816" y="190500"/>
                  </a:moveTo>
                  <a:cubicBezTo>
                    <a:pt x="432816" y="295711"/>
                    <a:pt x="335926" y="381000"/>
                    <a:pt x="216408" y="381000"/>
                  </a:cubicBezTo>
                  <a:cubicBezTo>
                    <a:pt x="96890" y="381000"/>
                    <a:pt x="0" y="295711"/>
                    <a:pt x="0" y="190500"/>
                  </a:cubicBezTo>
                  <a:cubicBezTo>
                    <a:pt x="0" y="85289"/>
                    <a:pt x="96890" y="0"/>
                    <a:pt x="216408" y="0"/>
                  </a:cubicBezTo>
                  <a:cubicBezTo>
                    <a:pt x="335926" y="0"/>
                    <a:pt x="432816" y="85289"/>
                    <a:pt x="432816" y="190500"/>
                  </a:cubicBezTo>
                  <a:close/>
                </a:path>
              </a:pathLst>
            </a:custGeom>
            <a:noFill/>
            <a:ln w="9525" cap="flat" cmpd="sng">
              <a:solidFill>
                <a:srgbClr val="000000"/>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0" name="Google Shape;80;p14"/>
            <p:cNvSpPr/>
            <p:nvPr/>
          </p:nvSpPr>
          <p:spPr>
            <a:xfrm>
              <a:off x="1896478" y="836085"/>
              <a:ext cx="432633" cy="380375"/>
            </a:xfrm>
            <a:custGeom>
              <a:avLst/>
              <a:gdLst/>
              <a:ahLst/>
              <a:cxnLst/>
              <a:rect l="l" t="t" r="r" b="b"/>
              <a:pathLst>
                <a:path w="432816" h="381000" extrusionOk="0">
                  <a:moveTo>
                    <a:pt x="432816" y="190500"/>
                  </a:moveTo>
                  <a:cubicBezTo>
                    <a:pt x="432816" y="295710"/>
                    <a:pt x="335926" y="381000"/>
                    <a:pt x="216408" y="381000"/>
                  </a:cubicBezTo>
                  <a:cubicBezTo>
                    <a:pt x="96890" y="381000"/>
                    <a:pt x="0" y="295710"/>
                    <a:pt x="0" y="190500"/>
                  </a:cubicBezTo>
                  <a:cubicBezTo>
                    <a:pt x="0" y="85290"/>
                    <a:pt x="96890" y="0"/>
                    <a:pt x="216408" y="0"/>
                  </a:cubicBezTo>
                  <a:cubicBezTo>
                    <a:pt x="335926" y="0"/>
                    <a:pt x="432816" y="85290"/>
                    <a:pt x="432816" y="190500"/>
                  </a:cubicBezTo>
                  <a:close/>
                </a:path>
              </a:pathLst>
            </a:custGeom>
            <a:noFill/>
            <a:ln w="9525" cap="flat" cmpd="sng">
              <a:solidFill>
                <a:srgbClr val="000000"/>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1" name="Google Shape;81;p14"/>
            <p:cNvSpPr/>
            <p:nvPr/>
          </p:nvSpPr>
          <p:spPr>
            <a:xfrm>
              <a:off x="3191753" y="912654"/>
              <a:ext cx="432633" cy="380375"/>
            </a:xfrm>
            <a:custGeom>
              <a:avLst/>
              <a:gdLst/>
              <a:ahLst/>
              <a:cxnLst/>
              <a:rect l="l" t="t" r="r" b="b"/>
              <a:pathLst>
                <a:path w="432816" h="381000" extrusionOk="0">
                  <a:moveTo>
                    <a:pt x="432816" y="190500"/>
                  </a:moveTo>
                  <a:cubicBezTo>
                    <a:pt x="432816" y="295710"/>
                    <a:pt x="335926" y="381000"/>
                    <a:pt x="216408" y="381000"/>
                  </a:cubicBezTo>
                  <a:cubicBezTo>
                    <a:pt x="96890" y="381000"/>
                    <a:pt x="0" y="295710"/>
                    <a:pt x="0" y="190500"/>
                  </a:cubicBezTo>
                  <a:cubicBezTo>
                    <a:pt x="0" y="85290"/>
                    <a:pt x="96890" y="0"/>
                    <a:pt x="216408" y="0"/>
                  </a:cubicBezTo>
                  <a:cubicBezTo>
                    <a:pt x="335926" y="0"/>
                    <a:pt x="432816" y="85290"/>
                    <a:pt x="432816" y="190500"/>
                  </a:cubicBezTo>
                  <a:close/>
                </a:path>
              </a:pathLst>
            </a:custGeom>
            <a:noFill/>
            <a:ln w="9525" cap="flat" cmpd="sng">
              <a:solidFill>
                <a:srgbClr val="000000"/>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2" name="Google Shape;82;p14"/>
            <p:cNvSpPr/>
            <p:nvPr/>
          </p:nvSpPr>
          <p:spPr>
            <a:xfrm>
              <a:off x="2329110" y="1446167"/>
              <a:ext cx="428699" cy="380375"/>
            </a:xfrm>
            <a:custGeom>
              <a:avLst/>
              <a:gdLst/>
              <a:ahLst/>
              <a:cxnLst/>
              <a:rect l="l" t="t" r="r" b="b"/>
              <a:pathLst>
                <a:path w="429768" h="381000" extrusionOk="0">
                  <a:moveTo>
                    <a:pt x="429768" y="190500"/>
                  </a:moveTo>
                  <a:cubicBezTo>
                    <a:pt x="429768" y="295711"/>
                    <a:pt x="333561" y="381000"/>
                    <a:pt x="214884" y="381000"/>
                  </a:cubicBezTo>
                  <a:cubicBezTo>
                    <a:pt x="96207" y="381000"/>
                    <a:pt x="0" y="295711"/>
                    <a:pt x="0" y="190500"/>
                  </a:cubicBezTo>
                  <a:cubicBezTo>
                    <a:pt x="0" y="85290"/>
                    <a:pt x="96207" y="0"/>
                    <a:pt x="214884" y="0"/>
                  </a:cubicBezTo>
                  <a:cubicBezTo>
                    <a:pt x="333561" y="0"/>
                    <a:pt x="429768" y="85290"/>
                    <a:pt x="429768" y="190500"/>
                  </a:cubicBezTo>
                  <a:close/>
                </a:path>
              </a:pathLst>
            </a:custGeom>
            <a:noFill/>
            <a:ln w="9525" cap="flat" cmpd="sng">
              <a:solidFill>
                <a:srgbClr val="000000"/>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3" name="Google Shape;83;p14"/>
            <p:cNvSpPr/>
            <p:nvPr/>
          </p:nvSpPr>
          <p:spPr>
            <a:xfrm>
              <a:off x="1184600" y="550803"/>
              <a:ext cx="1145821" cy="1085551"/>
            </a:xfrm>
            <a:custGeom>
              <a:avLst/>
              <a:gdLst/>
              <a:ahLst/>
              <a:cxnLst/>
              <a:rect l="l" t="t" r="r" b="b"/>
              <a:pathLst>
                <a:path w="1146048" h="1085088" extrusionOk="0">
                  <a:moveTo>
                    <a:pt x="1146048" y="1085088"/>
                  </a:moveTo>
                  <a:cubicBezTo>
                    <a:pt x="573024" y="1085088"/>
                    <a:pt x="0" y="542544"/>
                    <a:pt x="0" y="0"/>
                  </a:cubicBezTo>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4" name="Google Shape;84;p14"/>
            <p:cNvSpPr/>
            <p:nvPr/>
          </p:nvSpPr>
          <p:spPr>
            <a:xfrm>
              <a:off x="2229474" y="1580780"/>
              <a:ext cx="103569" cy="101269"/>
            </a:xfrm>
            <a:custGeom>
              <a:avLst/>
              <a:gdLst/>
              <a:ahLst/>
              <a:cxnLst/>
              <a:rect l="l" t="t" r="r" b="b"/>
              <a:pathLst>
                <a:path w="103632" h="100585" extrusionOk="0">
                  <a:moveTo>
                    <a:pt x="6096" y="0"/>
                  </a:moveTo>
                  <a:lnTo>
                    <a:pt x="103632" y="54864"/>
                  </a:lnTo>
                  <a:lnTo>
                    <a:pt x="0" y="100585"/>
                  </a:lnTo>
                  <a:lnTo>
                    <a:pt x="6096"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5" name="Google Shape;85;p14"/>
            <p:cNvSpPr/>
            <p:nvPr/>
          </p:nvSpPr>
          <p:spPr>
            <a:xfrm>
              <a:off x="1552994" y="417425"/>
              <a:ext cx="561111" cy="419895"/>
            </a:xfrm>
            <a:custGeom>
              <a:avLst/>
              <a:gdLst/>
              <a:ahLst/>
              <a:cxnLst/>
              <a:rect l="l" t="t" r="r" b="b"/>
              <a:pathLst>
                <a:path w="560832" h="420624" extrusionOk="0">
                  <a:moveTo>
                    <a:pt x="560832" y="420624"/>
                  </a:moveTo>
                  <a:cubicBezTo>
                    <a:pt x="560832" y="210312"/>
                    <a:pt x="280416" y="0"/>
                    <a:pt x="0" y="0"/>
                  </a:cubicBezTo>
                </a:path>
              </a:pathLst>
            </a:custGeom>
            <a:noFill/>
            <a:ln w="9525" cap="rnd"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6" name="Google Shape;86;p14"/>
            <p:cNvSpPr/>
            <p:nvPr/>
          </p:nvSpPr>
          <p:spPr>
            <a:xfrm>
              <a:off x="1552994" y="376671"/>
              <a:ext cx="106191" cy="101269"/>
            </a:xfrm>
            <a:custGeom>
              <a:avLst/>
              <a:gdLst/>
              <a:ahLst/>
              <a:cxnLst/>
              <a:rect l="l" t="t" r="r" b="b"/>
              <a:pathLst>
                <a:path w="106680" h="100585" extrusionOk="0">
                  <a:moveTo>
                    <a:pt x="106680" y="0"/>
                  </a:moveTo>
                  <a:lnTo>
                    <a:pt x="97536" y="100585"/>
                  </a:lnTo>
                  <a:lnTo>
                    <a:pt x="0" y="39624"/>
                  </a:lnTo>
                  <a:lnTo>
                    <a:pt x="106680" y="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87" name="Google Shape;87;p14"/>
            <p:cNvSpPr/>
            <p:nvPr/>
          </p:nvSpPr>
          <p:spPr>
            <a:xfrm>
              <a:off x="3216119" y="0"/>
              <a:ext cx="56348" cy="226445"/>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200"/>
                <a:buFont typeface="Arial"/>
                <a:buNone/>
              </a:pPr>
              <a:r>
                <a:rPr lang="es-AR" sz="1200" b="0" i="0"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88" name="Google Shape;88;p14"/>
            <p:cNvSpPr/>
            <p:nvPr/>
          </p:nvSpPr>
          <p:spPr>
            <a:xfrm>
              <a:off x="3874977" y="337005"/>
              <a:ext cx="811255" cy="226445"/>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600"/>
                <a:buFont typeface="Arial"/>
                <a:buNone/>
              </a:pPr>
              <a:r>
                <a:rPr lang="es-AR" sz="1600" b="0" i="0" u="none" strike="noStrike" cap="none">
                  <a:solidFill>
                    <a:srgbClr val="000000"/>
                  </a:solidFill>
                  <a:latin typeface="Arial"/>
                  <a:ea typeface="Arial"/>
                  <a:cs typeface="Arial"/>
                  <a:sym typeface="Arial"/>
                </a:rPr>
                <a:t>Contexto</a:t>
              </a:r>
              <a:endParaRPr/>
            </a:p>
          </p:txBody>
        </p:sp>
        <p:sp>
          <p:nvSpPr>
            <p:cNvPr id="89" name="Google Shape;89;p14"/>
            <p:cNvSpPr/>
            <p:nvPr/>
          </p:nvSpPr>
          <p:spPr>
            <a:xfrm>
              <a:off x="4410829" y="158497"/>
              <a:ext cx="56348" cy="226445"/>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200"/>
                <a:buFont typeface="Arial"/>
                <a:buNone/>
              </a:pPr>
              <a:r>
                <a:rPr lang="es-AR" sz="1200" b="0" i="0"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90" name="Google Shape;90;p14"/>
            <p:cNvSpPr/>
            <p:nvPr/>
          </p:nvSpPr>
          <p:spPr>
            <a:xfrm>
              <a:off x="1221507" y="713682"/>
              <a:ext cx="46206" cy="185684"/>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000"/>
                <a:buFont typeface="Arial"/>
                <a:buNone/>
              </a:pPr>
              <a:r>
                <a:rPr lang="es-AR" sz="1000" b="0" i="1"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91" name="Google Shape;91;p14"/>
            <p:cNvSpPr/>
            <p:nvPr/>
          </p:nvSpPr>
          <p:spPr>
            <a:xfrm>
              <a:off x="649709" y="863033"/>
              <a:ext cx="55347" cy="185685"/>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chemeClr val="dk1"/>
                </a:buClr>
                <a:buSzPts val="1000"/>
                <a:buFont typeface="Tahoma"/>
                <a:buNone/>
              </a:pPr>
              <a:endParaRPr sz="1000" b="0" i="0" u="none" strike="noStrike" cap="none">
                <a:solidFill>
                  <a:srgbClr val="000000"/>
                </a:solidFill>
                <a:latin typeface="Arial"/>
                <a:ea typeface="Arial"/>
                <a:cs typeface="Arial"/>
                <a:sym typeface="Arial"/>
              </a:endParaRPr>
            </a:p>
          </p:txBody>
        </p:sp>
        <p:sp>
          <p:nvSpPr>
            <p:cNvPr id="92" name="Google Shape;92;p14"/>
            <p:cNvSpPr/>
            <p:nvPr/>
          </p:nvSpPr>
          <p:spPr>
            <a:xfrm>
              <a:off x="691741" y="863033"/>
              <a:ext cx="46206" cy="185684"/>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000"/>
                <a:buFont typeface="Arial"/>
                <a:buNone/>
              </a:pPr>
              <a:r>
                <a:rPr lang="es-AR" sz="1000" b="0" i="1"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93" name="Google Shape;93;p14"/>
            <p:cNvSpPr/>
            <p:nvPr/>
          </p:nvSpPr>
          <p:spPr>
            <a:xfrm>
              <a:off x="3034555" y="198569"/>
              <a:ext cx="46206" cy="185684"/>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000"/>
                <a:buFont typeface="Arial"/>
                <a:buNone/>
              </a:pPr>
              <a:r>
                <a:rPr lang="es-AR" sz="1000" b="0" i="1"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94" name="Google Shape;94;p14"/>
            <p:cNvSpPr/>
            <p:nvPr/>
          </p:nvSpPr>
          <p:spPr>
            <a:xfrm>
              <a:off x="2299779" y="347921"/>
              <a:ext cx="46206" cy="185684"/>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000"/>
                <a:buFont typeface="Arial"/>
                <a:buNone/>
              </a:pPr>
              <a:r>
                <a:rPr lang="es-AR" sz="1000" b="0" i="1"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95" name="Google Shape;95;p14"/>
            <p:cNvSpPr/>
            <p:nvPr/>
          </p:nvSpPr>
          <p:spPr>
            <a:xfrm>
              <a:off x="4993103" y="996696"/>
              <a:ext cx="56348" cy="226445"/>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200"/>
                <a:buFont typeface="Arial"/>
                <a:buNone/>
              </a:pPr>
              <a:r>
                <a:rPr lang="es-AR" sz="1200" b="0" i="0"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96" name="Google Shape;96;p14"/>
            <p:cNvSpPr/>
            <p:nvPr/>
          </p:nvSpPr>
          <p:spPr>
            <a:xfrm>
              <a:off x="3080761" y="2459646"/>
              <a:ext cx="766014" cy="226445"/>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600"/>
                <a:buFont typeface="Arial"/>
                <a:buNone/>
              </a:pPr>
              <a:r>
                <a:rPr lang="es-AR" sz="1600" b="0" i="0" u="none" strike="noStrike" cap="none">
                  <a:solidFill>
                    <a:srgbClr val="000000"/>
                  </a:solidFill>
                  <a:latin typeface="Arial"/>
                  <a:ea typeface="Arial"/>
                  <a:cs typeface="Arial"/>
                  <a:sym typeface="Arial"/>
                </a:rPr>
                <a:t>Límite</a:t>
              </a:r>
              <a:endParaRPr/>
            </a:p>
          </p:txBody>
        </p:sp>
        <p:sp>
          <p:nvSpPr>
            <p:cNvPr id="97" name="Google Shape;97;p14"/>
            <p:cNvSpPr/>
            <p:nvPr/>
          </p:nvSpPr>
          <p:spPr>
            <a:xfrm>
              <a:off x="2848269" y="1980915"/>
              <a:ext cx="215005" cy="453240"/>
            </a:xfrm>
            <a:custGeom>
              <a:avLst/>
              <a:gdLst/>
              <a:ahLst/>
              <a:cxnLst/>
              <a:rect l="l" t="t" r="r" b="b"/>
              <a:pathLst>
                <a:path w="170688" h="563880" extrusionOk="0">
                  <a:moveTo>
                    <a:pt x="0" y="0"/>
                  </a:moveTo>
                  <a:lnTo>
                    <a:pt x="170688" y="563880"/>
                  </a:lnTo>
                </a:path>
              </a:pathLst>
            </a:custGeom>
            <a:noFill/>
            <a:ln w="9525" cap="rnd" cmpd="sng">
              <a:solidFill>
                <a:srgbClr val="000000"/>
              </a:solidFill>
              <a:prstDash val="dashDot"/>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sp>
        <p:nvSpPr>
          <p:cNvPr id="98" name="Google Shape;98;p14"/>
          <p:cNvSpPr/>
          <p:nvPr/>
        </p:nvSpPr>
        <p:spPr>
          <a:xfrm>
            <a:off x="1036651" y="1266825"/>
            <a:ext cx="7743300" cy="756000"/>
          </a:xfrm>
          <a:prstGeom prst="roundRect">
            <a:avLst>
              <a:gd name="adj" fmla="val 16667"/>
            </a:avLst>
          </a:prstGeom>
          <a:solidFill>
            <a:srgbClr val="D8D8D8">
              <a:alpha val="40000"/>
            </a:srgbClr>
          </a:solidFill>
          <a:ln w="25400"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AR" sz="1900" b="0" i="0" u="none" strike="noStrike" cap="none">
                <a:solidFill>
                  <a:schemeClr val="dk1"/>
                </a:solidFill>
                <a:latin typeface="Arial"/>
                <a:ea typeface="Arial"/>
                <a:cs typeface="Arial"/>
                <a:sym typeface="Arial"/>
              </a:rPr>
              <a:t>Representación parcial de un sistema o de realidad compleja.</a:t>
            </a:r>
            <a:endParaRPr/>
          </a:p>
          <a:p>
            <a:pPr marL="0" marR="0" lvl="0" indent="0" algn="ctr" rtl="0">
              <a:spcBef>
                <a:spcPts val="0"/>
              </a:spcBef>
              <a:spcAft>
                <a:spcPts val="0"/>
              </a:spcAft>
              <a:buNone/>
            </a:pPr>
            <a:r>
              <a:rPr lang="es-AR" sz="1900" b="0" i="0" u="none" strike="noStrike" cap="none">
                <a:solidFill>
                  <a:schemeClr val="dk1"/>
                </a:solidFill>
                <a:latin typeface="Arial"/>
                <a:ea typeface="Arial"/>
                <a:cs typeface="Arial"/>
                <a:sym typeface="Arial"/>
              </a:rPr>
              <a:t>Se utiliza para facilitar su comprensión y estudiar su comportamiento.</a:t>
            </a:r>
            <a:endParaRPr/>
          </a:p>
        </p:txBody>
      </p:sp>
      <p:cxnSp>
        <p:nvCxnSpPr>
          <p:cNvPr id="99" name="Google Shape;99;p14"/>
          <p:cNvCxnSpPr/>
          <p:nvPr/>
        </p:nvCxnSpPr>
        <p:spPr>
          <a:xfrm rot="10800000" flipH="1">
            <a:off x="3381875" y="3816675"/>
            <a:ext cx="783000" cy="239400"/>
          </a:xfrm>
          <a:prstGeom prst="curvedConnector3">
            <a:avLst>
              <a:gd name="adj1" fmla="val 50000"/>
            </a:avLst>
          </a:prstGeom>
          <a:noFill/>
          <a:ln w="9525" cap="flat" cmpd="sng">
            <a:solidFill>
              <a:schemeClr val="dk2"/>
            </a:solidFill>
            <a:prstDash val="solid"/>
            <a:round/>
            <a:headEnd type="none" w="med" len="med"/>
            <a:tailEnd type="triangle" w="med" len="med"/>
          </a:ln>
        </p:spPr>
      </p:cxnSp>
      <p:cxnSp>
        <p:nvCxnSpPr>
          <p:cNvPr id="100" name="Google Shape;100;p14"/>
          <p:cNvCxnSpPr/>
          <p:nvPr/>
        </p:nvCxnSpPr>
        <p:spPr>
          <a:xfrm>
            <a:off x="5589350" y="3131775"/>
            <a:ext cx="772200" cy="717600"/>
          </a:xfrm>
          <a:prstGeom prst="curvedConnector3">
            <a:avLst>
              <a:gd name="adj1" fmla="val 81676"/>
            </a:avLst>
          </a:prstGeom>
          <a:noFill/>
          <a:ln w="9525" cap="flat" cmpd="sng">
            <a:solidFill>
              <a:schemeClr val="dk2"/>
            </a:solidFill>
            <a:prstDash val="solid"/>
            <a:round/>
            <a:headEnd type="none" w="med" len="med"/>
            <a:tailEnd type="stealth" w="med" len="med"/>
          </a:ln>
        </p:spPr>
      </p:cxnSp>
      <p:cxnSp>
        <p:nvCxnSpPr>
          <p:cNvPr id="101" name="Google Shape;101;p14"/>
          <p:cNvCxnSpPr/>
          <p:nvPr/>
        </p:nvCxnSpPr>
        <p:spPr>
          <a:xfrm rot="10800000" flipH="1">
            <a:off x="4599800" y="3338425"/>
            <a:ext cx="706800" cy="315300"/>
          </a:xfrm>
          <a:prstGeom prst="curvedConnector3">
            <a:avLst>
              <a:gd name="adj1" fmla="val 64615"/>
            </a:avLst>
          </a:prstGeom>
          <a:noFill/>
          <a:ln w="9525" cap="flat" cmpd="sng">
            <a:solidFill>
              <a:schemeClr val="dk2"/>
            </a:solidFill>
            <a:prstDash val="solid"/>
            <a:round/>
            <a:headEnd type="none" w="med" len="med"/>
            <a:tailEnd type="triangle" w="med" len="med"/>
          </a:ln>
        </p:spPr>
      </p:cxnSp>
      <p:cxnSp>
        <p:nvCxnSpPr>
          <p:cNvPr id="102" name="Google Shape;102;p14"/>
          <p:cNvCxnSpPr/>
          <p:nvPr/>
        </p:nvCxnSpPr>
        <p:spPr>
          <a:xfrm>
            <a:off x="4001700" y="3218775"/>
            <a:ext cx="261000" cy="260700"/>
          </a:xfrm>
          <a:prstGeom prst="curvedConnector3">
            <a:avLst>
              <a:gd name="adj1" fmla="val 50000"/>
            </a:avLst>
          </a:prstGeom>
          <a:noFill/>
          <a:ln w="9525" cap="flat" cmpd="sng">
            <a:solidFill>
              <a:schemeClr val="dk2"/>
            </a:solidFill>
            <a:prstDash val="solid"/>
            <a:round/>
            <a:headEnd type="none" w="med" len="med"/>
            <a:tailEnd type="triangle" w="med" len="med"/>
          </a:ln>
        </p:spPr>
      </p:cxnSp>
      <p:cxnSp>
        <p:nvCxnSpPr>
          <p:cNvPr id="103" name="Google Shape;103;p14"/>
          <p:cNvCxnSpPr/>
          <p:nvPr/>
        </p:nvCxnSpPr>
        <p:spPr>
          <a:xfrm>
            <a:off x="4077825" y="3033900"/>
            <a:ext cx="1033200" cy="108600"/>
          </a:xfrm>
          <a:prstGeom prst="curvedConnector3">
            <a:avLst>
              <a:gd name="adj1" fmla="val 53675"/>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5"/>
          <p:cNvSpPr/>
          <p:nvPr/>
        </p:nvSpPr>
        <p:spPr>
          <a:xfrm>
            <a:off x="599214" y="1146650"/>
            <a:ext cx="7920000" cy="993000"/>
          </a:xfrm>
          <a:prstGeom prst="roundRect">
            <a:avLst>
              <a:gd name="adj" fmla="val 16667"/>
            </a:avLst>
          </a:prstGeom>
          <a:solidFill>
            <a:srgbClr val="D8D8D8">
              <a:alpha val="40000"/>
            </a:srgbClr>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480"/>
              </a:spcBef>
              <a:spcAft>
                <a:spcPts val="0"/>
              </a:spcAft>
              <a:buClr>
                <a:schemeClr val="dk1"/>
              </a:buClr>
              <a:buSzPts val="2400"/>
              <a:buFont typeface="Tahoma"/>
              <a:buNone/>
            </a:pPr>
            <a:r>
              <a:rPr lang="es-AR" sz="2400">
                <a:solidFill>
                  <a:schemeClr val="dk1"/>
                </a:solidFill>
                <a:latin typeface="Tahoma"/>
                <a:ea typeface="Tahoma"/>
                <a:cs typeface="Tahoma"/>
                <a:sym typeface="Tahoma"/>
              </a:rPr>
              <a:t>Diagrama que nos muestra la relación entre el contexto  y el Sistema.</a:t>
            </a:r>
            <a:endParaRPr sz="1800" b="0" i="0" u="none" strike="noStrike" cap="none">
              <a:solidFill>
                <a:schemeClr val="lt1"/>
              </a:solidFill>
              <a:latin typeface="Arial"/>
              <a:ea typeface="Arial"/>
              <a:cs typeface="Arial"/>
              <a:sym typeface="Arial"/>
            </a:endParaRPr>
          </a:p>
        </p:txBody>
      </p:sp>
      <p:sp>
        <p:nvSpPr>
          <p:cNvPr id="110" name="Google Shape;110;p15"/>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AR" sz="3200"/>
              <a:t>Diagrama de contexto</a:t>
            </a:r>
            <a:endParaRPr/>
          </a:p>
        </p:txBody>
      </p:sp>
      <p:sp>
        <p:nvSpPr>
          <p:cNvPr id="111" name="Google Shape;111;p15"/>
          <p:cNvSpPr/>
          <p:nvPr/>
        </p:nvSpPr>
        <p:spPr>
          <a:xfrm>
            <a:off x="1966892" y="2232425"/>
            <a:ext cx="4410133" cy="2130468"/>
          </a:xfrm>
          <a:custGeom>
            <a:avLst/>
            <a:gdLst/>
            <a:ahLst/>
            <a:cxnLst/>
            <a:rect l="l" t="t" r="r" b="b"/>
            <a:pathLst>
              <a:path w="3800856" h="2209800" extrusionOk="0">
                <a:moveTo>
                  <a:pt x="0" y="0"/>
                </a:moveTo>
                <a:lnTo>
                  <a:pt x="3800856" y="0"/>
                </a:lnTo>
                <a:lnTo>
                  <a:pt x="3800856" y="2209800"/>
                </a:lnTo>
                <a:lnTo>
                  <a:pt x="0" y="2209800"/>
                </a:lnTo>
                <a:close/>
              </a:path>
            </a:pathLst>
          </a:custGeom>
          <a:noFill/>
          <a:ln w="9525" cap="flat" cmpd="sng">
            <a:solidFill>
              <a:srgbClr val="000000"/>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2" name="Google Shape;112;p15"/>
          <p:cNvSpPr/>
          <p:nvPr/>
        </p:nvSpPr>
        <p:spPr>
          <a:xfrm>
            <a:off x="4172355" y="2286246"/>
            <a:ext cx="117654" cy="432688"/>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2400"/>
              <a:buFont typeface="Times New Roman"/>
              <a:buNone/>
            </a:pPr>
            <a:r>
              <a:rPr lang="es-AR" sz="2400" b="0" i="0" u="none" strike="noStrike" cap="none">
                <a:solidFill>
                  <a:srgbClr val="000000"/>
                </a:solidFill>
                <a:latin typeface="Times New Roman"/>
                <a:ea typeface="Times New Roman"/>
                <a:cs typeface="Times New Roman"/>
                <a:sym typeface="Times New Roman"/>
              </a:rPr>
              <a:t> </a:t>
            </a:r>
            <a:endParaRPr sz="1000" b="0" i="0" u="none" strike="noStrike" cap="none">
              <a:solidFill>
                <a:srgbClr val="000000"/>
              </a:solidFill>
              <a:latin typeface="Arial"/>
              <a:ea typeface="Arial"/>
              <a:cs typeface="Arial"/>
              <a:sym typeface="Arial"/>
            </a:endParaRPr>
          </a:p>
        </p:txBody>
      </p:sp>
      <p:sp>
        <p:nvSpPr>
          <p:cNvPr id="113" name="Google Shape;113;p15"/>
          <p:cNvSpPr/>
          <p:nvPr/>
        </p:nvSpPr>
        <p:spPr>
          <a:xfrm>
            <a:off x="2566230" y="2671774"/>
            <a:ext cx="3207691" cy="1322360"/>
          </a:xfrm>
          <a:custGeom>
            <a:avLst/>
            <a:gdLst/>
            <a:ahLst/>
            <a:cxnLst/>
            <a:rect l="l" t="t" r="r" b="b"/>
            <a:pathLst>
              <a:path w="2764536" h="1371600" extrusionOk="0">
                <a:moveTo>
                  <a:pt x="2764536" y="685800"/>
                </a:moveTo>
                <a:cubicBezTo>
                  <a:pt x="2764536" y="1064557"/>
                  <a:pt x="2145673" y="1371600"/>
                  <a:pt x="1382268" y="1371600"/>
                </a:cubicBezTo>
                <a:cubicBezTo>
                  <a:pt x="618863" y="1371600"/>
                  <a:pt x="0" y="1064557"/>
                  <a:pt x="0" y="685800"/>
                </a:cubicBezTo>
                <a:cubicBezTo>
                  <a:pt x="0" y="307043"/>
                  <a:pt x="618863" y="0"/>
                  <a:pt x="1382268" y="0"/>
                </a:cubicBezTo>
                <a:cubicBezTo>
                  <a:pt x="2145673" y="0"/>
                  <a:pt x="2764536" y="307043"/>
                  <a:pt x="2764536" y="685800"/>
                </a:cubicBezTo>
                <a:close/>
              </a:path>
            </a:pathLst>
          </a:custGeom>
          <a:solidFill>
            <a:srgbClr val="CACACA"/>
          </a:solidFill>
          <a:ln w="9525" cap="flat" cmpd="sng">
            <a:solidFill>
              <a:srgbClr val="000000"/>
            </a:solidFill>
            <a:prstDash val="dash"/>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4" name="Google Shape;114;p15"/>
          <p:cNvSpPr/>
          <p:nvPr/>
        </p:nvSpPr>
        <p:spPr>
          <a:xfrm>
            <a:off x="2167685" y="2303864"/>
            <a:ext cx="502196" cy="368240"/>
          </a:xfrm>
          <a:custGeom>
            <a:avLst/>
            <a:gdLst/>
            <a:ahLst/>
            <a:cxnLst/>
            <a:rect l="l" t="t" r="r" b="b"/>
            <a:pathLst>
              <a:path w="432816" h="381000" extrusionOk="0">
                <a:moveTo>
                  <a:pt x="432816" y="190500"/>
                </a:moveTo>
                <a:cubicBezTo>
                  <a:pt x="432816" y="295710"/>
                  <a:pt x="335927" y="381000"/>
                  <a:pt x="216408" y="381000"/>
                </a:cubicBezTo>
                <a:cubicBezTo>
                  <a:pt x="96889" y="381000"/>
                  <a:pt x="0" y="295710"/>
                  <a:pt x="0" y="190500"/>
                </a:cubicBezTo>
                <a:cubicBezTo>
                  <a:pt x="0" y="85290"/>
                  <a:pt x="96889" y="0"/>
                  <a:pt x="216408" y="0"/>
                </a:cubicBezTo>
                <a:cubicBezTo>
                  <a:pt x="335927" y="0"/>
                  <a:pt x="432816" y="85290"/>
                  <a:pt x="432816" y="190500"/>
                </a:cubicBezTo>
                <a:close/>
              </a:path>
            </a:pathLst>
          </a:custGeom>
          <a:noFill/>
          <a:ln w="9525" cap="flat" cmpd="sng">
            <a:solidFill>
              <a:srgbClr val="000000"/>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5" name="Google Shape;115;p15"/>
          <p:cNvSpPr/>
          <p:nvPr/>
        </p:nvSpPr>
        <p:spPr>
          <a:xfrm>
            <a:off x="2216079" y="3846944"/>
            <a:ext cx="498531" cy="368618"/>
          </a:xfrm>
          <a:custGeom>
            <a:avLst/>
            <a:gdLst/>
            <a:ahLst/>
            <a:cxnLst/>
            <a:rect l="l" t="t" r="r" b="b"/>
            <a:pathLst>
              <a:path w="429768" h="381000" extrusionOk="0">
                <a:moveTo>
                  <a:pt x="429768" y="190500"/>
                </a:moveTo>
                <a:cubicBezTo>
                  <a:pt x="429768" y="295711"/>
                  <a:pt x="333561" y="381000"/>
                  <a:pt x="214884" y="381000"/>
                </a:cubicBezTo>
                <a:cubicBezTo>
                  <a:pt x="96207" y="381000"/>
                  <a:pt x="0" y="295711"/>
                  <a:pt x="0" y="190500"/>
                </a:cubicBezTo>
                <a:cubicBezTo>
                  <a:pt x="0" y="85289"/>
                  <a:pt x="96207" y="0"/>
                  <a:pt x="214884" y="0"/>
                </a:cubicBezTo>
                <a:cubicBezTo>
                  <a:pt x="333561" y="0"/>
                  <a:pt x="429768" y="85289"/>
                  <a:pt x="429768" y="190500"/>
                </a:cubicBezTo>
                <a:close/>
              </a:path>
            </a:pathLst>
          </a:custGeom>
          <a:noFill/>
          <a:ln w="9525" cap="flat" cmpd="sng">
            <a:solidFill>
              <a:srgbClr val="000000"/>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6" name="Google Shape;116;p15"/>
          <p:cNvSpPr/>
          <p:nvPr/>
        </p:nvSpPr>
        <p:spPr>
          <a:xfrm>
            <a:off x="5802168" y="3846944"/>
            <a:ext cx="502067" cy="368618"/>
          </a:xfrm>
          <a:custGeom>
            <a:avLst/>
            <a:gdLst/>
            <a:ahLst/>
            <a:cxnLst/>
            <a:rect l="l" t="t" r="r" b="b"/>
            <a:pathLst>
              <a:path w="432816" h="381000" extrusionOk="0">
                <a:moveTo>
                  <a:pt x="432816" y="190500"/>
                </a:moveTo>
                <a:cubicBezTo>
                  <a:pt x="432816" y="295711"/>
                  <a:pt x="335926" y="381000"/>
                  <a:pt x="216408" y="381000"/>
                </a:cubicBezTo>
                <a:cubicBezTo>
                  <a:pt x="96890" y="381000"/>
                  <a:pt x="0" y="295711"/>
                  <a:pt x="0" y="190500"/>
                </a:cubicBezTo>
                <a:cubicBezTo>
                  <a:pt x="0" y="85289"/>
                  <a:pt x="96890" y="0"/>
                  <a:pt x="216408" y="0"/>
                </a:cubicBezTo>
                <a:cubicBezTo>
                  <a:pt x="335926" y="0"/>
                  <a:pt x="432816" y="85289"/>
                  <a:pt x="432816" y="190500"/>
                </a:cubicBezTo>
                <a:close/>
              </a:path>
            </a:pathLst>
          </a:custGeom>
          <a:noFill/>
          <a:ln w="9525" cap="flat" cmpd="sng">
            <a:solidFill>
              <a:srgbClr val="000000"/>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117" name="Google Shape;117;p15"/>
          <p:cNvSpPr/>
          <p:nvPr/>
        </p:nvSpPr>
        <p:spPr>
          <a:xfrm>
            <a:off x="4600914" y="2085975"/>
            <a:ext cx="65441" cy="218369"/>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200"/>
              <a:buFont typeface="Arial"/>
              <a:buNone/>
            </a:pPr>
            <a:r>
              <a:rPr lang="es-AR" sz="1200" b="0" i="0"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118" name="Google Shape;118;p15"/>
          <p:cNvSpPr/>
          <p:nvPr/>
        </p:nvSpPr>
        <p:spPr>
          <a:xfrm>
            <a:off x="5365387" y="2410882"/>
            <a:ext cx="941235" cy="218369"/>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600"/>
              <a:buFont typeface="Arial"/>
              <a:buNone/>
            </a:pPr>
            <a:r>
              <a:rPr lang="es-AR" sz="1600" b="0" i="0" u="none" strike="noStrike" cap="none">
                <a:solidFill>
                  <a:srgbClr val="000000"/>
                </a:solidFill>
                <a:latin typeface="Arial"/>
                <a:ea typeface="Arial"/>
                <a:cs typeface="Arial"/>
                <a:sym typeface="Arial"/>
              </a:rPr>
              <a:t>Contexto</a:t>
            </a:r>
            <a:endParaRPr/>
          </a:p>
        </p:txBody>
      </p:sp>
      <p:sp>
        <p:nvSpPr>
          <p:cNvPr id="119" name="Google Shape;119;p15"/>
          <p:cNvSpPr/>
          <p:nvPr/>
        </p:nvSpPr>
        <p:spPr>
          <a:xfrm>
            <a:off x="5987136" y="2238782"/>
            <a:ext cx="65441" cy="218369"/>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200"/>
              <a:buFont typeface="Arial"/>
              <a:buNone/>
            </a:pPr>
            <a:r>
              <a:rPr lang="es-AR" sz="1200" b="0" i="0"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120" name="Google Shape;120;p15"/>
          <p:cNvSpPr/>
          <p:nvPr/>
        </p:nvSpPr>
        <p:spPr>
          <a:xfrm>
            <a:off x="2286566" y="2774036"/>
            <a:ext cx="53606" cy="179033"/>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000"/>
              <a:buFont typeface="Arial"/>
              <a:buNone/>
            </a:pPr>
            <a:r>
              <a:rPr lang="es-AR" sz="1000" b="0" i="1"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121" name="Google Shape;121;p15"/>
          <p:cNvSpPr/>
          <p:nvPr/>
        </p:nvSpPr>
        <p:spPr>
          <a:xfrm>
            <a:off x="1623109" y="2918025"/>
            <a:ext cx="64049" cy="179033"/>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chemeClr val="dk1"/>
              </a:buClr>
              <a:buSzPts val="1000"/>
              <a:buFont typeface="Tahoma"/>
              <a:buNone/>
            </a:pPr>
            <a:endParaRPr sz="1000" b="0" i="0" u="none" strike="noStrike" cap="none">
              <a:solidFill>
                <a:srgbClr val="000000"/>
              </a:solidFill>
              <a:latin typeface="Arial"/>
              <a:ea typeface="Arial"/>
              <a:cs typeface="Arial"/>
              <a:sym typeface="Arial"/>
            </a:endParaRPr>
          </a:p>
        </p:txBody>
      </p:sp>
      <p:sp>
        <p:nvSpPr>
          <p:cNvPr id="122" name="Google Shape;122;p15"/>
          <p:cNvSpPr/>
          <p:nvPr/>
        </p:nvSpPr>
        <p:spPr>
          <a:xfrm>
            <a:off x="1671879" y="2918025"/>
            <a:ext cx="53606" cy="179033"/>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000"/>
              <a:buFont typeface="Arial"/>
              <a:buNone/>
            </a:pPr>
            <a:r>
              <a:rPr lang="es-AR" sz="1000" b="0" i="1"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123" name="Google Shape;123;p15"/>
          <p:cNvSpPr/>
          <p:nvPr/>
        </p:nvSpPr>
        <p:spPr>
          <a:xfrm>
            <a:off x="4390246" y="2277415"/>
            <a:ext cx="53606" cy="179033"/>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000"/>
              <a:buFont typeface="Arial"/>
              <a:buNone/>
            </a:pPr>
            <a:r>
              <a:rPr lang="es-AR" sz="1000" b="0" i="1"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124" name="Google Shape;124;p15"/>
          <p:cNvSpPr/>
          <p:nvPr/>
        </p:nvSpPr>
        <p:spPr>
          <a:xfrm>
            <a:off x="3537685" y="2421406"/>
            <a:ext cx="53606" cy="179033"/>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000"/>
              <a:buFont typeface="Arial"/>
              <a:buNone/>
            </a:pPr>
            <a:r>
              <a:rPr lang="es-AR" sz="1000" b="0" i="1"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125" name="Google Shape;125;p15"/>
          <p:cNvSpPr/>
          <p:nvPr/>
        </p:nvSpPr>
        <p:spPr>
          <a:xfrm>
            <a:off x="6662749" y="3046890"/>
            <a:ext cx="65441" cy="218369"/>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200"/>
              <a:buFont typeface="Arial"/>
              <a:buNone/>
            </a:pPr>
            <a:r>
              <a:rPr lang="es-AR" sz="1200" b="0" i="0" u="none" strike="noStrike" cap="none">
                <a:solidFill>
                  <a:srgbClr val="000000"/>
                </a:solidFill>
                <a:latin typeface="Arial"/>
                <a:ea typeface="Arial"/>
                <a:cs typeface="Arial"/>
                <a:sym typeface="Arial"/>
              </a:rPr>
              <a:t> </a:t>
            </a:r>
            <a:endParaRPr sz="1000" b="0" i="0" u="none" strike="noStrike" cap="none">
              <a:solidFill>
                <a:srgbClr val="000000"/>
              </a:solidFill>
              <a:latin typeface="Arial"/>
              <a:ea typeface="Arial"/>
              <a:cs typeface="Arial"/>
              <a:sym typeface="Arial"/>
            </a:endParaRPr>
          </a:p>
        </p:txBody>
      </p:sp>
      <p:sp>
        <p:nvSpPr>
          <p:cNvPr id="126" name="Google Shape;126;p15"/>
          <p:cNvSpPr/>
          <p:nvPr/>
        </p:nvSpPr>
        <p:spPr>
          <a:xfrm>
            <a:off x="4443858" y="4457320"/>
            <a:ext cx="888674" cy="218369"/>
          </a:xfrm>
          <a:prstGeom prst="rect">
            <a:avLst/>
          </a:prstGeom>
          <a:noFill/>
          <a:ln>
            <a:noFill/>
          </a:ln>
        </p:spPr>
        <p:txBody>
          <a:bodyPr spcFirstLastPara="1" wrap="square" lIns="0" tIns="0" rIns="0" bIns="0" anchor="t" anchorCtr="0">
            <a:noAutofit/>
          </a:bodyPr>
          <a:lstStyle/>
          <a:p>
            <a:pPr marL="6350" marR="0" lvl="0" indent="-6350" algn="l" rtl="0">
              <a:lnSpc>
                <a:spcPct val="107000"/>
              </a:lnSpc>
              <a:spcBef>
                <a:spcPts val="0"/>
              </a:spcBef>
              <a:spcAft>
                <a:spcPts val="0"/>
              </a:spcAft>
              <a:buClr>
                <a:srgbClr val="000000"/>
              </a:buClr>
              <a:buSzPts val="1600"/>
              <a:buFont typeface="Arial"/>
              <a:buNone/>
            </a:pPr>
            <a:r>
              <a:rPr lang="es-AR" sz="1600" b="0" i="0" u="none" strike="noStrike" cap="none">
                <a:solidFill>
                  <a:srgbClr val="000000"/>
                </a:solidFill>
                <a:latin typeface="Arial"/>
                <a:ea typeface="Arial"/>
                <a:cs typeface="Arial"/>
                <a:sym typeface="Arial"/>
              </a:rPr>
              <a:t>Límite</a:t>
            </a:r>
            <a:endParaRPr/>
          </a:p>
        </p:txBody>
      </p:sp>
      <p:sp>
        <p:nvSpPr>
          <p:cNvPr id="127" name="Google Shape;127;p15"/>
          <p:cNvSpPr/>
          <p:nvPr/>
        </p:nvSpPr>
        <p:spPr>
          <a:xfrm>
            <a:off x="4174098" y="3995775"/>
            <a:ext cx="249542" cy="437628"/>
          </a:xfrm>
          <a:custGeom>
            <a:avLst/>
            <a:gdLst/>
            <a:ahLst/>
            <a:cxnLst/>
            <a:rect l="l" t="t" r="r" b="b"/>
            <a:pathLst>
              <a:path w="170688" h="563880" extrusionOk="0">
                <a:moveTo>
                  <a:pt x="0" y="0"/>
                </a:moveTo>
                <a:lnTo>
                  <a:pt x="170688" y="563880"/>
                </a:lnTo>
              </a:path>
            </a:pathLst>
          </a:custGeom>
          <a:noFill/>
          <a:ln w="9525" cap="rnd" cmpd="sng">
            <a:solidFill>
              <a:srgbClr val="000000"/>
            </a:solidFill>
            <a:prstDash val="dashDot"/>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cxnSp>
        <p:nvCxnSpPr>
          <p:cNvPr id="128" name="Google Shape;128;p15"/>
          <p:cNvCxnSpPr/>
          <p:nvPr/>
        </p:nvCxnSpPr>
        <p:spPr>
          <a:xfrm rot="10800000" flipH="1">
            <a:off x="2709789" y="3820425"/>
            <a:ext cx="401100" cy="137400"/>
          </a:xfrm>
          <a:prstGeom prst="curvedConnector3">
            <a:avLst>
              <a:gd name="adj1" fmla="val 50000"/>
            </a:avLst>
          </a:prstGeom>
          <a:noFill/>
          <a:ln w="9525" cap="flat" cmpd="sng">
            <a:solidFill>
              <a:schemeClr val="dk2"/>
            </a:solidFill>
            <a:prstDash val="solid"/>
            <a:round/>
            <a:headEnd type="none" w="med" len="med"/>
            <a:tailEnd type="stealth" w="med" len="med"/>
          </a:ln>
        </p:spPr>
      </p:cxnSp>
      <p:cxnSp>
        <p:nvCxnSpPr>
          <p:cNvPr id="129" name="Google Shape;129;p15"/>
          <p:cNvCxnSpPr/>
          <p:nvPr/>
        </p:nvCxnSpPr>
        <p:spPr>
          <a:xfrm rot="-5400000" flipH="1">
            <a:off x="5643214" y="3476550"/>
            <a:ext cx="573000" cy="275100"/>
          </a:xfrm>
          <a:prstGeom prst="curvedConnector3">
            <a:avLst>
              <a:gd name="adj1" fmla="val 20860"/>
            </a:avLst>
          </a:prstGeom>
          <a:noFill/>
          <a:ln w="9525" cap="flat" cmpd="sng">
            <a:solidFill>
              <a:schemeClr val="dk2"/>
            </a:solidFill>
            <a:prstDash val="solid"/>
            <a:round/>
            <a:headEnd type="none" w="med" len="med"/>
            <a:tailEnd type="stealth" w="med" len="med"/>
          </a:ln>
        </p:spPr>
      </p:cxnSp>
      <p:cxnSp>
        <p:nvCxnSpPr>
          <p:cNvPr id="130" name="Google Shape;130;p15"/>
          <p:cNvCxnSpPr/>
          <p:nvPr/>
        </p:nvCxnSpPr>
        <p:spPr>
          <a:xfrm rot="5400000" flipH="1">
            <a:off x="2176989" y="2657300"/>
            <a:ext cx="549900" cy="401100"/>
          </a:xfrm>
          <a:prstGeom prst="curvedConnector3">
            <a:avLst>
              <a:gd name="adj1" fmla="val 4169"/>
            </a:avLst>
          </a:prstGeom>
          <a:noFill/>
          <a:ln w="9525" cap="flat" cmpd="sng">
            <a:solidFill>
              <a:schemeClr val="dk2"/>
            </a:solidFill>
            <a:prstDash val="solid"/>
            <a:round/>
            <a:headEnd type="none" w="med" len="med"/>
            <a:tailEnd type="stealth" w="med" len="med"/>
          </a:ln>
        </p:spPr>
      </p:cxnSp>
      <p:cxnSp>
        <p:nvCxnSpPr>
          <p:cNvPr id="131" name="Google Shape;131;p15"/>
          <p:cNvCxnSpPr/>
          <p:nvPr/>
        </p:nvCxnSpPr>
        <p:spPr>
          <a:xfrm rot="10800000">
            <a:off x="2687014" y="2433775"/>
            <a:ext cx="618600" cy="343800"/>
          </a:xfrm>
          <a:prstGeom prst="curvedConnector3">
            <a:avLst>
              <a:gd name="adj1" fmla="val 50000"/>
            </a:avLst>
          </a:prstGeom>
          <a:noFill/>
          <a:ln w="9525" cap="flat" cmpd="sng">
            <a:solidFill>
              <a:schemeClr val="dk2"/>
            </a:solidFill>
            <a:prstDash val="solid"/>
            <a:round/>
            <a:headEnd type="stealth"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136"/>
        <p:cNvGrpSpPr/>
        <p:nvPr/>
      </p:nvGrpSpPr>
      <p:grpSpPr>
        <a:xfrm>
          <a:off x="0" y="0"/>
          <a:ext cx="0" cy="0"/>
          <a:chOff x="0" y="0"/>
          <a:chExt cx="0" cy="0"/>
        </a:xfrm>
      </p:grpSpPr>
      <p:sp>
        <p:nvSpPr>
          <p:cNvPr id="137" name="Google Shape;137;p16"/>
          <p:cNvSpPr txBox="1">
            <a:spLocks noGrp="1"/>
          </p:cNvSpPr>
          <p:nvPr>
            <p:ph type="title"/>
          </p:nvPr>
        </p:nvSpPr>
        <p:spPr>
          <a:xfrm>
            <a:off x="0" y="205978"/>
            <a:ext cx="9144000" cy="475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endParaRPr/>
          </a:p>
        </p:txBody>
      </p:sp>
      <p:sp>
        <p:nvSpPr>
          <p:cNvPr id="138" name="Google Shape;138;p16"/>
          <p:cNvSpPr/>
          <p:nvPr/>
        </p:nvSpPr>
        <p:spPr>
          <a:xfrm>
            <a:off x="3542936" y="872153"/>
            <a:ext cx="1891406" cy="1283970"/>
          </a:xfrm>
          <a:custGeom>
            <a:avLst/>
            <a:gdLst/>
            <a:ahLst/>
            <a:cxnLst/>
            <a:rect l="l" t="t" r="r" b="b"/>
            <a:pathLst>
              <a:path w="432816" h="381000" extrusionOk="0">
                <a:moveTo>
                  <a:pt x="432816" y="190500"/>
                </a:moveTo>
                <a:cubicBezTo>
                  <a:pt x="432816" y="295710"/>
                  <a:pt x="335927" y="381000"/>
                  <a:pt x="216408" y="381000"/>
                </a:cubicBezTo>
                <a:cubicBezTo>
                  <a:pt x="96889" y="381000"/>
                  <a:pt x="0" y="295710"/>
                  <a:pt x="0" y="190500"/>
                </a:cubicBezTo>
                <a:cubicBezTo>
                  <a:pt x="0" y="85290"/>
                  <a:pt x="96889" y="0"/>
                  <a:pt x="216408" y="0"/>
                </a:cubicBezTo>
                <a:cubicBezTo>
                  <a:pt x="335927" y="0"/>
                  <a:pt x="432816" y="85290"/>
                  <a:pt x="432816" y="190500"/>
                </a:cubicBezTo>
                <a:close/>
              </a:path>
            </a:pathLst>
          </a:custGeom>
          <a:noFill/>
          <a:ln w="9525" cap="flat" cmpd="sng">
            <a:solidFill>
              <a:srgbClr val="000000"/>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cxnSp>
        <p:nvCxnSpPr>
          <p:cNvPr id="139" name="Google Shape;139;p16"/>
          <p:cNvCxnSpPr/>
          <p:nvPr/>
        </p:nvCxnSpPr>
        <p:spPr>
          <a:xfrm rot="10800000" flipH="1">
            <a:off x="1203150" y="1554000"/>
            <a:ext cx="2346000" cy="90300"/>
          </a:xfrm>
          <a:prstGeom prst="straightConnector1">
            <a:avLst/>
          </a:prstGeom>
          <a:noFill/>
          <a:ln w="152400" cap="flat" cmpd="sng">
            <a:solidFill>
              <a:schemeClr val="dk2"/>
            </a:solidFill>
            <a:prstDash val="solid"/>
            <a:round/>
            <a:headEnd type="none" w="med" len="med"/>
            <a:tailEnd type="triangle" w="med" len="med"/>
          </a:ln>
        </p:spPr>
      </p:cxnSp>
      <p:cxnSp>
        <p:nvCxnSpPr>
          <p:cNvPr id="140" name="Google Shape;140;p16"/>
          <p:cNvCxnSpPr/>
          <p:nvPr/>
        </p:nvCxnSpPr>
        <p:spPr>
          <a:xfrm>
            <a:off x="5464350" y="1544050"/>
            <a:ext cx="2637000" cy="0"/>
          </a:xfrm>
          <a:prstGeom prst="straightConnector1">
            <a:avLst/>
          </a:prstGeom>
          <a:noFill/>
          <a:ln w="152400" cap="flat" cmpd="sng">
            <a:solidFill>
              <a:schemeClr val="dk2"/>
            </a:solidFill>
            <a:prstDash val="solid"/>
            <a:round/>
            <a:headEnd type="none" w="med" len="med"/>
            <a:tailEnd type="triangle" w="med" len="med"/>
          </a:ln>
        </p:spPr>
      </p:cxnSp>
      <p:sp>
        <p:nvSpPr>
          <p:cNvPr id="141" name="Google Shape;141;p16"/>
          <p:cNvSpPr txBox="1"/>
          <p:nvPr/>
        </p:nvSpPr>
        <p:spPr>
          <a:xfrm>
            <a:off x="1664375" y="792075"/>
            <a:ext cx="4110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AR" sz="2700" b="1">
                <a:latin typeface="Tahoma"/>
                <a:ea typeface="Tahoma"/>
                <a:cs typeface="Tahoma"/>
                <a:sym typeface="Tahoma"/>
              </a:rPr>
              <a:t>A</a:t>
            </a:r>
            <a:endParaRPr sz="2700" b="1">
              <a:latin typeface="Tahoma"/>
              <a:ea typeface="Tahoma"/>
              <a:cs typeface="Tahoma"/>
              <a:sym typeface="Tahoma"/>
            </a:endParaRPr>
          </a:p>
        </p:txBody>
      </p:sp>
      <p:sp>
        <p:nvSpPr>
          <p:cNvPr id="142" name="Google Shape;142;p16"/>
          <p:cNvSpPr txBox="1"/>
          <p:nvPr/>
        </p:nvSpPr>
        <p:spPr>
          <a:xfrm>
            <a:off x="5877425" y="872150"/>
            <a:ext cx="4110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AR" sz="2700" b="1">
                <a:latin typeface="Tahoma"/>
                <a:ea typeface="Tahoma"/>
                <a:cs typeface="Tahoma"/>
                <a:sym typeface="Tahoma"/>
              </a:rPr>
              <a:t>A</a:t>
            </a:r>
            <a:endParaRPr sz="2700" b="1">
              <a:latin typeface="Tahoma"/>
              <a:ea typeface="Tahoma"/>
              <a:cs typeface="Tahoma"/>
              <a:sym typeface="Tahoma"/>
            </a:endParaRPr>
          </a:p>
        </p:txBody>
      </p:sp>
      <p:sp>
        <p:nvSpPr>
          <p:cNvPr id="143" name="Google Shape;143;p16"/>
          <p:cNvSpPr/>
          <p:nvPr/>
        </p:nvSpPr>
        <p:spPr>
          <a:xfrm>
            <a:off x="3645211" y="2003128"/>
            <a:ext cx="1891406" cy="1283970"/>
          </a:xfrm>
          <a:custGeom>
            <a:avLst/>
            <a:gdLst/>
            <a:ahLst/>
            <a:cxnLst/>
            <a:rect l="l" t="t" r="r" b="b"/>
            <a:pathLst>
              <a:path w="432816" h="381000" extrusionOk="0">
                <a:moveTo>
                  <a:pt x="432816" y="190500"/>
                </a:moveTo>
                <a:cubicBezTo>
                  <a:pt x="432816" y="295710"/>
                  <a:pt x="335927" y="381000"/>
                  <a:pt x="216408" y="381000"/>
                </a:cubicBezTo>
                <a:cubicBezTo>
                  <a:pt x="96889" y="381000"/>
                  <a:pt x="0" y="295710"/>
                  <a:pt x="0" y="190500"/>
                </a:cubicBezTo>
                <a:cubicBezTo>
                  <a:pt x="0" y="85290"/>
                  <a:pt x="96889" y="0"/>
                  <a:pt x="216408" y="0"/>
                </a:cubicBezTo>
                <a:cubicBezTo>
                  <a:pt x="335927" y="0"/>
                  <a:pt x="432816" y="85290"/>
                  <a:pt x="432816" y="190500"/>
                </a:cubicBezTo>
                <a:close/>
              </a:path>
            </a:pathLst>
          </a:custGeom>
          <a:noFill/>
          <a:ln w="9525" cap="flat" cmpd="sng">
            <a:solidFill>
              <a:srgbClr val="6AA84F"/>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cxnSp>
        <p:nvCxnSpPr>
          <p:cNvPr id="144" name="Google Shape;144;p16"/>
          <p:cNvCxnSpPr/>
          <p:nvPr/>
        </p:nvCxnSpPr>
        <p:spPr>
          <a:xfrm rot="10800000" flipH="1">
            <a:off x="1305425" y="2684975"/>
            <a:ext cx="2346000" cy="90300"/>
          </a:xfrm>
          <a:prstGeom prst="straightConnector1">
            <a:avLst/>
          </a:prstGeom>
          <a:noFill/>
          <a:ln w="152400" cap="flat" cmpd="sng">
            <a:solidFill>
              <a:srgbClr val="6AA84F"/>
            </a:solidFill>
            <a:prstDash val="solid"/>
            <a:round/>
            <a:headEnd type="none" w="med" len="med"/>
            <a:tailEnd type="triangle" w="med" len="med"/>
          </a:ln>
        </p:spPr>
      </p:cxnSp>
      <p:cxnSp>
        <p:nvCxnSpPr>
          <p:cNvPr id="145" name="Google Shape;145;p16"/>
          <p:cNvCxnSpPr/>
          <p:nvPr/>
        </p:nvCxnSpPr>
        <p:spPr>
          <a:xfrm>
            <a:off x="5566625" y="2675025"/>
            <a:ext cx="2637000" cy="0"/>
          </a:xfrm>
          <a:prstGeom prst="straightConnector1">
            <a:avLst/>
          </a:prstGeom>
          <a:noFill/>
          <a:ln w="152400" cap="flat" cmpd="sng">
            <a:solidFill>
              <a:srgbClr val="6AA84F"/>
            </a:solidFill>
            <a:prstDash val="solid"/>
            <a:round/>
            <a:headEnd type="none" w="med" len="med"/>
            <a:tailEnd type="triangle" w="med" len="med"/>
          </a:ln>
        </p:spPr>
      </p:cxnSp>
      <p:sp>
        <p:nvSpPr>
          <p:cNvPr id="146" name="Google Shape;146;p16"/>
          <p:cNvSpPr txBox="1"/>
          <p:nvPr/>
        </p:nvSpPr>
        <p:spPr>
          <a:xfrm>
            <a:off x="1766650" y="1966800"/>
            <a:ext cx="411000" cy="600300"/>
          </a:xfrm>
          <a:prstGeom prst="rect">
            <a:avLst/>
          </a:prstGeom>
          <a:noFill/>
          <a:ln w="9525" cap="flat" cmpd="sng">
            <a:solidFill>
              <a:srgbClr val="6AA84F"/>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AR" sz="2700" b="1">
                <a:latin typeface="Tahoma"/>
                <a:ea typeface="Tahoma"/>
                <a:cs typeface="Tahoma"/>
                <a:sym typeface="Tahoma"/>
              </a:rPr>
              <a:t>A</a:t>
            </a:r>
            <a:endParaRPr sz="2700" b="1">
              <a:latin typeface="Tahoma"/>
              <a:ea typeface="Tahoma"/>
              <a:cs typeface="Tahoma"/>
              <a:sym typeface="Tahoma"/>
            </a:endParaRPr>
          </a:p>
        </p:txBody>
      </p:sp>
      <p:sp>
        <p:nvSpPr>
          <p:cNvPr id="147" name="Google Shape;147;p16"/>
          <p:cNvSpPr txBox="1"/>
          <p:nvPr/>
        </p:nvSpPr>
        <p:spPr>
          <a:xfrm>
            <a:off x="5979700" y="2003125"/>
            <a:ext cx="677700" cy="600300"/>
          </a:xfrm>
          <a:prstGeom prst="rect">
            <a:avLst/>
          </a:prstGeom>
          <a:noFill/>
          <a:ln w="9525" cap="flat" cmpd="sng">
            <a:solidFill>
              <a:srgbClr val="6AA84F"/>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AR" sz="2700" b="1">
                <a:latin typeface="Tahoma"/>
                <a:ea typeface="Tahoma"/>
                <a:cs typeface="Tahoma"/>
                <a:sym typeface="Tahoma"/>
              </a:rPr>
              <a:t>B</a:t>
            </a:r>
            <a:endParaRPr sz="2700" b="1">
              <a:latin typeface="Tahoma"/>
              <a:ea typeface="Tahoma"/>
              <a:cs typeface="Tahoma"/>
              <a:sym typeface="Tahoma"/>
            </a:endParaRPr>
          </a:p>
        </p:txBody>
      </p:sp>
      <p:cxnSp>
        <p:nvCxnSpPr>
          <p:cNvPr id="148" name="Google Shape;148;p16"/>
          <p:cNvCxnSpPr/>
          <p:nvPr/>
        </p:nvCxnSpPr>
        <p:spPr>
          <a:xfrm>
            <a:off x="2406325" y="832175"/>
            <a:ext cx="4562100" cy="1333500"/>
          </a:xfrm>
          <a:prstGeom prst="straightConnector1">
            <a:avLst/>
          </a:prstGeom>
          <a:noFill/>
          <a:ln w="9525" cap="flat" cmpd="sng">
            <a:solidFill>
              <a:srgbClr val="C00000"/>
            </a:solidFill>
            <a:prstDash val="solid"/>
            <a:round/>
            <a:headEnd type="none" w="med" len="med"/>
            <a:tailEnd type="none" w="med" len="med"/>
          </a:ln>
        </p:spPr>
      </p:cxnSp>
      <p:cxnSp>
        <p:nvCxnSpPr>
          <p:cNvPr id="149" name="Google Shape;149;p16"/>
          <p:cNvCxnSpPr/>
          <p:nvPr/>
        </p:nvCxnSpPr>
        <p:spPr>
          <a:xfrm rot="10800000" flipH="1">
            <a:off x="2566725" y="812050"/>
            <a:ext cx="4481700" cy="1494000"/>
          </a:xfrm>
          <a:prstGeom prst="straightConnector1">
            <a:avLst/>
          </a:prstGeom>
          <a:noFill/>
          <a:ln w="9525" cap="flat" cmpd="sng">
            <a:solidFill>
              <a:srgbClr val="C00000"/>
            </a:solidFill>
            <a:prstDash val="solid"/>
            <a:round/>
            <a:headEnd type="none" w="med" len="med"/>
            <a:tailEnd type="none" w="med" len="med"/>
          </a:ln>
        </p:spPr>
      </p:cxnSp>
      <p:sp>
        <p:nvSpPr>
          <p:cNvPr id="150" name="Google Shape;150;p16"/>
          <p:cNvSpPr/>
          <p:nvPr/>
        </p:nvSpPr>
        <p:spPr>
          <a:xfrm>
            <a:off x="2421986" y="3330903"/>
            <a:ext cx="1891406" cy="1283970"/>
          </a:xfrm>
          <a:custGeom>
            <a:avLst/>
            <a:gdLst/>
            <a:ahLst/>
            <a:cxnLst/>
            <a:rect l="l" t="t" r="r" b="b"/>
            <a:pathLst>
              <a:path w="432816" h="381000" extrusionOk="0">
                <a:moveTo>
                  <a:pt x="432816" y="190500"/>
                </a:moveTo>
                <a:cubicBezTo>
                  <a:pt x="432816" y="295710"/>
                  <a:pt x="335927" y="381000"/>
                  <a:pt x="216408" y="381000"/>
                </a:cubicBezTo>
                <a:cubicBezTo>
                  <a:pt x="96889" y="381000"/>
                  <a:pt x="0" y="295710"/>
                  <a:pt x="0" y="190500"/>
                </a:cubicBezTo>
                <a:cubicBezTo>
                  <a:pt x="0" y="85290"/>
                  <a:pt x="96889" y="0"/>
                  <a:pt x="216408" y="0"/>
                </a:cubicBezTo>
                <a:cubicBezTo>
                  <a:pt x="335927" y="0"/>
                  <a:pt x="432816" y="85290"/>
                  <a:pt x="432816" y="190500"/>
                </a:cubicBezTo>
                <a:close/>
              </a:path>
            </a:pathLst>
          </a:custGeom>
          <a:noFill/>
          <a:ln w="9525" cap="flat" cmpd="sng">
            <a:solidFill>
              <a:srgbClr val="D5A6BD"/>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cxnSp>
        <p:nvCxnSpPr>
          <p:cNvPr id="151" name="Google Shape;151;p16"/>
          <p:cNvCxnSpPr/>
          <p:nvPr/>
        </p:nvCxnSpPr>
        <p:spPr>
          <a:xfrm rot="10800000" flipH="1">
            <a:off x="82200" y="4012750"/>
            <a:ext cx="2346000" cy="90300"/>
          </a:xfrm>
          <a:prstGeom prst="straightConnector1">
            <a:avLst/>
          </a:prstGeom>
          <a:noFill/>
          <a:ln w="152400" cap="flat" cmpd="sng">
            <a:solidFill>
              <a:srgbClr val="D5A6BD"/>
            </a:solidFill>
            <a:prstDash val="solid"/>
            <a:round/>
            <a:headEnd type="none" w="med" len="med"/>
            <a:tailEnd type="triangle" w="med" len="med"/>
          </a:ln>
        </p:spPr>
      </p:cxnSp>
      <p:sp>
        <p:nvSpPr>
          <p:cNvPr id="152" name="Google Shape;152;p16"/>
          <p:cNvSpPr txBox="1"/>
          <p:nvPr/>
        </p:nvSpPr>
        <p:spPr>
          <a:xfrm>
            <a:off x="543425" y="3294575"/>
            <a:ext cx="411000" cy="600300"/>
          </a:xfrm>
          <a:prstGeom prst="rect">
            <a:avLst/>
          </a:prstGeom>
          <a:noFill/>
          <a:ln w="9525" cap="flat" cmpd="sng">
            <a:solidFill>
              <a:srgbClr val="D5A6BD"/>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AR" sz="2700" b="1">
                <a:latin typeface="Tahoma"/>
                <a:ea typeface="Tahoma"/>
                <a:cs typeface="Tahoma"/>
                <a:sym typeface="Tahoma"/>
              </a:rPr>
              <a:t>A</a:t>
            </a:r>
            <a:endParaRPr sz="2700" b="1">
              <a:latin typeface="Tahoma"/>
              <a:ea typeface="Tahoma"/>
              <a:cs typeface="Tahoma"/>
              <a:sym typeface="Tahoma"/>
            </a:endParaRPr>
          </a:p>
        </p:txBody>
      </p:sp>
      <p:cxnSp>
        <p:nvCxnSpPr>
          <p:cNvPr id="153" name="Google Shape;153;p16"/>
          <p:cNvCxnSpPr/>
          <p:nvPr/>
        </p:nvCxnSpPr>
        <p:spPr>
          <a:xfrm>
            <a:off x="6288425" y="4057900"/>
            <a:ext cx="2637000" cy="0"/>
          </a:xfrm>
          <a:prstGeom prst="straightConnector1">
            <a:avLst/>
          </a:prstGeom>
          <a:noFill/>
          <a:ln w="152400" cap="flat" cmpd="sng">
            <a:solidFill>
              <a:srgbClr val="0000FF"/>
            </a:solidFill>
            <a:prstDash val="solid"/>
            <a:round/>
            <a:headEnd type="none" w="med" len="med"/>
            <a:tailEnd type="triangle" w="med" len="med"/>
          </a:ln>
        </p:spPr>
      </p:cxnSp>
      <p:sp>
        <p:nvSpPr>
          <p:cNvPr id="154" name="Google Shape;154;p16"/>
          <p:cNvSpPr txBox="1"/>
          <p:nvPr/>
        </p:nvSpPr>
        <p:spPr>
          <a:xfrm>
            <a:off x="6731675" y="3415925"/>
            <a:ext cx="677700" cy="600300"/>
          </a:xfrm>
          <a:prstGeom prst="rect">
            <a:avLst/>
          </a:prstGeom>
          <a:noFill/>
          <a:ln w="9525" cap="flat" cmpd="sng">
            <a:solidFill>
              <a:srgbClr val="0000FF"/>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AR" sz="2700" b="1">
                <a:latin typeface="Tahoma"/>
                <a:ea typeface="Tahoma"/>
                <a:cs typeface="Tahoma"/>
                <a:sym typeface="Tahoma"/>
              </a:rPr>
              <a:t>B</a:t>
            </a:r>
            <a:endParaRPr sz="2700" b="1">
              <a:latin typeface="Tahoma"/>
              <a:ea typeface="Tahoma"/>
              <a:cs typeface="Tahoma"/>
              <a:sym typeface="Tahoma"/>
            </a:endParaRPr>
          </a:p>
        </p:txBody>
      </p:sp>
      <p:sp>
        <p:nvSpPr>
          <p:cNvPr id="155" name="Google Shape;155;p16"/>
          <p:cNvSpPr/>
          <p:nvPr/>
        </p:nvSpPr>
        <p:spPr>
          <a:xfrm>
            <a:off x="4489411" y="3415916"/>
            <a:ext cx="1891406" cy="1283970"/>
          </a:xfrm>
          <a:custGeom>
            <a:avLst/>
            <a:gdLst/>
            <a:ahLst/>
            <a:cxnLst/>
            <a:rect l="l" t="t" r="r" b="b"/>
            <a:pathLst>
              <a:path w="432816" h="381000" extrusionOk="0">
                <a:moveTo>
                  <a:pt x="432816" y="190500"/>
                </a:moveTo>
                <a:cubicBezTo>
                  <a:pt x="432816" y="295710"/>
                  <a:pt x="335927" y="381000"/>
                  <a:pt x="216408" y="381000"/>
                </a:cubicBezTo>
                <a:cubicBezTo>
                  <a:pt x="96889" y="381000"/>
                  <a:pt x="0" y="295710"/>
                  <a:pt x="0" y="190500"/>
                </a:cubicBezTo>
                <a:cubicBezTo>
                  <a:pt x="0" y="85290"/>
                  <a:pt x="96889" y="0"/>
                  <a:pt x="216408" y="0"/>
                </a:cubicBezTo>
                <a:cubicBezTo>
                  <a:pt x="335927" y="0"/>
                  <a:pt x="432816" y="85290"/>
                  <a:pt x="432816" y="190500"/>
                </a:cubicBezTo>
                <a:close/>
              </a:path>
            </a:pathLst>
          </a:custGeom>
          <a:noFill/>
          <a:ln w="9525" cap="flat" cmpd="sng">
            <a:solidFill>
              <a:srgbClr val="0000FF"/>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cxnSp>
        <p:nvCxnSpPr>
          <p:cNvPr id="156" name="Google Shape;156;p16"/>
          <p:cNvCxnSpPr/>
          <p:nvPr/>
        </p:nvCxnSpPr>
        <p:spPr>
          <a:xfrm>
            <a:off x="-208525" y="3246013"/>
            <a:ext cx="4562100" cy="1333500"/>
          </a:xfrm>
          <a:prstGeom prst="straightConnector1">
            <a:avLst/>
          </a:prstGeom>
          <a:noFill/>
          <a:ln w="9525" cap="flat" cmpd="sng">
            <a:solidFill>
              <a:srgbClr val="C00000"/>
            </a:solidFill>
            <a:prstDash val="solid"/>
            <a:round/>
            <a:headEnd type="none" w="med" len="med"/>
            <a:tailEnd type="none" w="med" len="med"/>
          </a:ln>
        </p:spPr>
      </p:cxnSp>
      <p:cxnSp>
        <p:nvCxnSpPr>
          <p:cNvPr id="157" name="Google Shape;157;p16"/>
          <p:cNvCxnSpPr/>
          <p:nvPr/>
        </p:nvCxnSpPr>
        <p:spPr>
          <a:xfrm rot="10800000" flipH="1">
            <a:off x="-48125" y="3225888"/>
            <a:ext cx="4481700" cy="1494000"/>
          </a:xfrm>
          <a:prstGeom prst="straightConnector1">
            <a:avLst/>
          </a:prstGeom>
          <a:noFill/>
          <a:ln w="9525" cap="flat" cmpd="sng">
            <a:solidFill>
              <a:srgbClr val="C00000"/>
            </a:solidFill>
            <a:prstDash val="solid"/>
            <a:round/>
            <a:headEnd type="none" w="med" len="med"/>
            <a:tailEnd type="none" w="med" len="med"/>
          </a:ln>
        </p:spPr>
      </p:cxnSp>
      <p:cxnSp>
        <p:nvCxnSpPr>
          <p:cNvPr id="158" name="Google Shape;158;p16"/>
          <p:cNvCxnSpPr/>
          <p:nvPr/>
        </p:nvCxnSpPr>
        <p:spPr>
          <a:xfrm>
            <a:off x="4564075" y="3246013"/>
            <a:ext cx="4562100" cy="1333500"/>
          </a:xfrm>
          <a:prstGeom prst="straightConnector1">
            <a:avLst/>
          </a:prstGeom>
          <a:noFill/>
          <a:ln w="9525" cap="flat" cmpd="sng">
            <a:solidFill>
              <a:srgbClr val="C00000"/>
            </a:solidFill>
            <a:prstDash val="solid"/>
            <a:round/>
            <a:headEnd type="none" w="med" len="med"/>
            <a:tailEnd type="none" w="med" len="med"/>
          </a:ln>
        </p:spPr>
      </p:cxnSp>
      <p:cxnSp>
        <p:nvCxnSpPr>
          <p:cNvPr id="159" name="Google Shape;159;p16"/>
          <p:cNvCxnSpPr/>
          <p:nvPr/>
        </p:nvCxnSpPr>
        <p:spPr>
          <a:xfrm rot="10800000" flipH="1">
            <a:off x="4724475" y="3225888"/>
            <a:ext cx="4481700" cy="1494000"/>
          </a:xfrm>
          <a:prstGeom prst="straightConnector1">
            <a:avLst/>
          </a:prstGeom>
          <a:noFill/>
          <a:ln w="9525" cap="flat" cmpd="sng">
            <a:solidFill>
              <a:srgbClr val="C00000"/>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164"/>
        <p:cNvGrpSpPr/>
        <p:nvPr/>
      </p:nvGrpSpPr>
      <p:grpSpPr>
        <a:xfrm>
          <a:off x="0" y="0"/>
          <a:ext cx="0" cy="0"/>
          <a:chOff x="0" y="0"/>
          <a:chExt cx="0" cy="0"/>
        </a:xfrm>
      </p:grpSpPr>
      <p:sp>
        <p:nvSpPr>
          <p:cNvPr id="165" name="Google Shape;165;p17"/>
          <p:cNvSpPr txBox="1">
            <a:spLocks noGrp="1"/>
          </p:cNvSpPr>
          <p:nvPr>
            <p:ph type="title"/>
          </p:nvPr>
        </p:nvSpPr>
        <p:spPr>
          <a:xfrm>
            <a:off x="0" y="205978"/>
            <a:ext cx="9144000" cy="475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endParaRPr/>
          </a:p>
        </p:txBody>
      </p:sp>
      <p:sp>
        <p:nvSpPr>
          <p:cNvPr id="166" name="Google Shape;166;p17"/>
          <p:cNvSpPr/>
          <p:nvPr/>
        </p:nvSpPr>
        <p:spPr>
          <a:xfrm>
            <a:off x="3645211" y="2003128"/>
            <a:ext cx="1891406" cy="1283970"/>
          </a:xfrm>
          <a:custGeom>
            <a:avLst/>
            <a:gdLst/>
            <a:ahLst/>
            <a:cxnLst/>
            <a:rect l="l" t="t" r="r" b="b"/>
            <a:pathLst>
              <a:path w="432816" h="381000" extrusionOk="0">
                <a:moveTo>
                  <a:pt x="432816" y="190500"/>
                </a:moveTo>
                <a:cubicBezTo>
                  <a:pt x="432816" y="295710"/>
                  <a:pt x="335927" y="381000"/>
                  <a:pt x="216408" y="381000"/>
                </a:cubicBezTo>
                <a:cubicBezTo>
                  <a:pt x="96889" y="381000"/>
                  <a:pt x="0" y="295710"/>
                  <a:pt x="0" y="190500"/>
                </a:cubicBezTo>
                <a:cubicBezTo>
                  <a:pt x="0" y="85290"/>
                  <a:pt x="96889" y="0"/>
                  <a:pt x="216408" y="0"/>
                </a:cubicBezTo>
                <a:cubicBezTo>
                  <a:pt x="335927" y="0"/>
                  <a:pt x="432816" y="85290"/>
                  <a:pt x="432816" y="190500"/>
                </a:cubicBezTo>
                <a:close/>
              </a:path>
            </a:pathLst>
          </a:custGeom>
          <a:noFill/>
          <a:ln w="9525" cap="flat" cmpd="sng">
            <a:solidFill>
              <a:srgbClr val="6AA84F"/>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cxnSp>
        <p:nvCxnSpPr>
          <p:cNvPr id="167" name="Google Shape;167;p17"/>
          <p:cNvCxnSpPr/>
          <p:nvPr/>
        </p:nvCxnSpPr>
        <p:spPr>
          <a:xfrm rot="10800000" flipH="1">
            <a:off x="1305425" y="2684975"/>
            <a:ext cx="2346000" cy="90300"/>
          </a:xfrm>
          <a:prstGeom prst="straightConnector1">
            <a:avLst/>
          </a:prstGeom>
          <a:noFill/>
          <a:ln w="152400" cap="flat" cmpd="sng">
            <a:solidFill>
              <a:srgbClr val="6AA84F"/>
            </a:solidFill>
            <a:prstDash val="solid"/>
            <a:round/>
            <a:headEnd type="none" w="med" len="med"/>
            <a:tailEnd type="triangle" w="med" len="med"/>
          </a:ln>
        </p:spPr>
      </p:cxnSp>
      <p:cxnSp>
        <p:nvCxnSpPr>
          <p:cNvPr id="168" name="Google Shape;168;p17"/>
          <p:cNvCxnSpPr>
            <a:endCxn id="169" idx="1"/>
          </p:cNvCxnSpPr>
          <p:nvPr/>
        </p:nvCxnSpPr>
        <p:spPr>
          <a:xfrm rot="10800000" flipH="1">
            <a:off x="5566650" y="2512125"/>
            <a:ext cx="2215800" cy="162900"/>
          </a:xfrm>
          <a:prstGeom prst="straightConnector1">
            <a:avLst/>
          </a:prstGeom>
          <a:noFill/>
          <a:ln w="152400" cap="flat" cmpd="sng">
            <a:solidFill>
              <a:srgbClr val="6AA84F"/>
            </a:solidFill>
            <a:prstDash val="solid"/>
            <a:round/>
            <a:headEnd type="none" w="med" len="med"/>
            <a:tailEnd type="triangle" w="med" len="med"/>
          </a:ln>
        </p:spPr>
      </p:cxnSp>
      <p:sp>
        <p:nvSpPr>
          <p:cNvPr id="170" name="Google Shape;170;p17"/>
          <p:cNvSpPr txBox="1"/>
          <p:nvPr/>
        </p:nvSpPr>
        <p:spPr>
          <a:xfrm>
            <a:off x="1766650" y="1966800"/>
            <a:ext cx="411000" cy="600300"/>
          </a:xfrm>
          <a:prstGeom prst="rect">
            <a:avLst/>
          </a:prstGeom>
          <a:noFill/>
          <a:ln w="9525" cap="flat" cmpd="sng">
            <a:solidFill>
              <a:srgbClr val="6AA84F"/>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AR" sz="2700" b="1">
                <a:latin typeface="Tahoma"/>
                <a:ea typeface="Tahoma"/>
                <a:cs typeface="Tahoma"/>
                <a:sym typeface="Tahoma"/>
              </a:rPr>
              <a:t>A</a:t>
            </a:r>
            <a:endParaRPr sz="2700" b="1">
              <a:latin typeface="Tahoma"/>
              <a:ea typeface="Tahoma"/>
              <a:cs typeface="Tahoma"/>
              <a:sym typeface="Tahoma"/>
            </a:endParaRPr>
          </a:p>
        </p:txBody>
      </p:sp>
      <p:sp>
        <p:nvSpPr>
          <p:cNvPr id="171" name="Google Shape;171;p17"/>
          <p:cNvSpPr txBox="1"/>
          <p:nvPr/>
        </p:nvSpPr>
        <p:spPr>
          <a:xfrm>
            <a:off x="5979700" y="2003125"/>
            <a:ext cx="677700" cy="600300"/>
          </a:xfrm>
          <a:prstGeom prst="rect">
            <a:avLst/>
          </a:prstGeom>
          <a:noFill/>
          <a:ln w="9525" cap="flat" cmpd="sng">
            <a:solidFill>
              <a:srgbClr val="6AA84F"/>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AR" sz="2700" b="1">
                <a:latin typeface="Tahoma"/>
                <a:ea typeface="Tahoma"/>
                <a:cs typeface="Tahoma"/>
                <a:sym typeface="Tahoma"/>
              </a:rPr>
              <a:t>B</a:t>
            </a:r>
            <a:endParaRPr sz="2700" b="1">
              <a:latin typeface="Tahoma"/>
              <a:ea typeface="Tahoma"/>
              <a:cs typeface="Tahoma"/>
              <a:sym typeface="Tahoma"/>
            </a:endParaRPr>
          </a:p>
        </p:txBody>
      </p:sp>
      <p:cxnSp>
        <p:nvCxnSpPr>
          <p:cNvPr id="172" name="Google Shape;172;p17"/>
          <p:cNvCxnSpPr/>
          <p:nvPr/>
        </p:nvCxnSpPr>
        <p:spPr>
          <a:xfrm rot="10800000" flipH="1">
            <a:off x="314825" y="4050525"/>
            <a:ext cx="2346000" cy="90300"/>
          </a:xfrm>
          <a:prstGeom prst="straightConnector1">
            <a:avLst/>
          </a:prstGeom>
          <a:noFill/>
          <a:ln w="152400" cap="flat" cmpd="sng">
            <a:solidFill>
              <a:srgbClr val="C00000"/>
            </a:solidFill>
            <a:prstDash val="solid"/>
            <a:round/>
            <a:headEnd type="triangle" w="med" len="med"/>
            <a:tailEnd type="triangle" w="med" len="med"/>
          </a:ln>
        </p:spPr>
      </p:cxnSp>
      <p:cxnSp>
        <p:nvCxnSpPr>
          <p:cNvPr id="173" name="Google Shape;173;p17"/>
          <p:cNvCxnSpPr/>
          <p:nvPr/>
        </p:nvCxnSpPr>
        <p:spPr>
          <a:xfrm>
            <a:off x="5047250" y="3287100"/>
            <a:ext cx="2602800" cy="563100"/>
          </a:xfrm>
          <a:prstGeom prst="straightConnector1">
            <a:avLst/>
          </a:prstGeom>
          <a:noFill/>
          <a:ln w="152400" cap="flat" cmpd="sng">
            <a:solidFill>
              <a:srgbClr val="6AA84F"/>
            </a:solidFill>
            <a:prstDash val="solid"/>
            <a:round/>
            <a:headEnd type="none" w="med" len="med"/>
            <a:tailEnd type="triangle" w="med" len="med"/>
          </a:ln>
        </p:spPr>
      </p:cxnSp>
      <p:sp>
        <p:nvSpPr>
          <p:cNvPr id="174" name="Google Shape;174;p17"/>
          <p:cNvSpPr txBox="1"/>
          <p:nvPr/>
        </p:nvSpPr>
        <p:spPr>
          <a:xfrm>
            <a:off x="5302000" y="3450225"/>
            <a:ext cx="677700" cy="600300"/>
          </a:xfrm>
          <a:prstGeom prst="rect">
            <a:avLst/>
          </a:prstGeom>
          <a:noFill/>
          <a:ln w="9525" cap="flat" cmpd="sng">
            <a:solidFill>
              <a:srgbClr val="6AA84F"/>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AR" sz="2700" b="1">
                <a:latin typeface="Tahoma"/>
                <a:ea typeface="Tahoma"/>
                <a:cs typeface="Tahoma"/>
                <a:sym typeface="Tahoma"/>
              </a:rPr>
              <a:t>C</a:t>
            </a:r>
            <a:endParaRPr sz="2700" b="1">
              <a:latin typeface="Tahoma"/>
              <a:ea typeface="Tahoma"/>
              <a:cs typeface="Tahoma"/>
              <a:sym typeface="Tahoma"/>
            </a:endParaRPr>
          </a:p>
        </p:txBody>
      </p:sp>
      <p:sp>
        <p:nvSpPr>
          <p:cNvPr id="175" name="Google Shape;175;p17"/>
          <p:cNvSpPr/>
          <p:nvPr/>
        </p:nvSpPr>
        <p:spPr>
          <a:xfrm>
            <a:off x="120325" y="2347250"/>
            <a:ext cx="1127100" cy="6951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AR" sz="1800">
                <a:solidFill>
                  <a:schemeClr val="dk1"/>
                </a:solidFill>
              </a:rPr>
              <a:t>Cliente</a:t>
            </a:r>
            <a:endParaRPr sz="1800" b="0" i="0" u="none" strike="noStrike" cap="none">
              <a:solidFill>
                <a:schemeClr val="dk1"/>
              </a:solidFill>
              <a:latin typeface="Arial"/>
              <a:ea typeface="Arial"/>
              <a:cs typeface="Arial"/>
              <a:sym typeface="Arial"/>
            </a:endParaRPr>
          </a:p>
        </p:txBody>
      </p:sp>
      <p:sp>
        <p:nvSpPr>
          <p:cNvPr id="176" name="Google Shape;176;p17"/>
          <p:cNvSpPr txBox="1"/>
          <p:nvPr/>
        </p:nvSpPr>
        <p:spPr>
          <a:xfrm>
            <a:off x="992825" y="2307688"/>
            <a:ext cx="312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s-AR" sz="1800" b="0" i="0" u="none" strike="noStrike" cap="none">
                <a:solidFill>
                  <a:schemeClr val="dk1"/>
                </a:solidFill>
                <a:latin typeface="Arial"/>
                <a:ea typeface="Arial"/>
                <a:cs typeface="Arial"/>
                <a:sym typeface="Arial"/>
              </a:rPr>
              <a:t>a</a:t>
            </a:r>
            <a:endParaRPr/>
          </a:p>
        </p:txBody>
      </p:sp>
      <p:sp>
        <p:nvSpPr>
          <p:cNvPr id="169" name="Google Shape;169;p17"/>
          <p:cNvSpPr/>
          <p:nvPr/>
        </p:nvSpPr>
        <p:spPr>
          <a:xfrm>
            <a:off x="7782450" y="2164575"/>
            <a:ext cx="1127100" cy="6951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AR" sz="1800">
                <a:solidFill>
                  <a:schemeClr val="dk1"/>
                </a:solidFill>
              </a:rPr>
              <a:t>Cliente</a:t>
            </a:r>
            <a:endParaRPr sz="1800" b="0" i="0" u="none" strike="noStrike" cap="none">
              <a:solidFill>
                <a:schemeClr val="dk1"/>
              </a:solidFill>
              <a:latin typeface="Arial"/>
              <a:ea typeface="Arial"/>
              <a:cs typeface="Arial"/>
              <a:sym typeface="Arial"/>
            </a:endParaRPr>
          </a:p>
        </p:txBody>
      </p:sp>
      <p:sp>
        <p:nvSpPr>
          <p:cNvPr id="177" name="Google Shape;177;p17"/>
          <p:cNvSpPr txBox="1"/>
          <p:nvPr/>
        </p:nvSpPr>
        <p:spPr>
          <a:xfrm>
            <a:off x="8654950" y="2125013"/>
            <a:ext cx="312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s-AR" sz="1800">
                <a:solidFill>
                  <a:schemeClr val="dk1"/>
                </a:solidFill>
              </a:rPr>
              <a:t>a</a:t>
            </a:r>
            <a:endParaRPr/>
          </a:p>
        </p:txBody>
      </p:sp>
      <p:sp>
        <p:nvSpPr>
          <p:cNvPr id="178" name="Google Shape;178;p17"/>
          <p:cNvSpPr/>
          <p:nvPr/>
        </p:nvSpPr>
        <p:spPr>
          <a:xfrm>
            <a:off x="7650050" y="3422600"/>
            <a:ext cx="1127100" cy="6951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AR" sz="1800">
                <a:solidFill>
                  <a:schemeClr val="dk1"/>
                </a:solidFill>
              </a:rPr>
              <a:t>Gerente</a:t>
            </a:r>
            <a:endParaRPr sz="1800" b="0" i="0" u="none" strike="noStrike" cap="none">
              <a:solidFill>
                <a:schemeClr val="dk1"/>
              </a:solidFill>
              <a:latin typeface="Arial"/>
              <a:ea typeface="Arial"/>
              <a:cs typeface="Arial"/>
              <a:sym typeface="Arial"/>
            </a:endParaRPr>
          </a:p>
        </p:txBody>
      </p:sp>
      <p:sp>
        <p:nvSpPr>
          <p:cNvPr id="179" name="Google Shape;179;p17"/>
          <p:cNvSpPr txBox="1"/>
          <p:nvPr/>
        </p:nvSpPr>
        <p:spPr>
          <a:xfrm>
            <a:off x="8522550" y="3383038"/>
            <a:ext cx="312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s-AR" sz="1800">
                <a:solidFill>
                  <a:schemeClr val="dk1"/>
                </a:solidFill>
              </a:rPr>
              <a:t>b</a:t>
            </a:r>
            <a:endParaRPr/>
          </a:p>
        </p:txBody>
      </p:sp>
      <p:cxnSp>
        <p:nvCxnSpPr>
          <p:cNvPr id="180" name="Google Shape;180;p17"/>
          <p:cNvCxnSpPr>
            <a:stCxn id="175" idx="3"/>
          </p:cNvCxnSpPr>
          <p:nvPr/>
        </p:nvCxnSpPr>
        <p:spPr>
          <a:xfrm flipH="1">
            <a:off x="932425" y="2694800"/>
            <a:ext cx="315000" cy="343200"/>
          </a:xfrm>
          <a:prstGeom prst="straightConnector1">
            <a:avLst/>
          </a:prstGeom>
          <a:noFill/>
          <a:ln w="9525" cap="flat" cmpd="sng">
            <a:solidFill>
              <a:schemeClr val="dk2"/>
            </a:solidFill>
            <a:prstDash val="solid"/>
            <a:round/>
            <a:headEnd type="none" w="med" len="med"/>
            <a:tailEnd type="none" w="med" len="med"/>
          </a:ln>
        </p:spPr>
      </p:cxnSp>
      <p:cxnSp>
        <p:nvCxnSpPr>
          <p:cNvPr id="181" name="Google Shape;181;p17"/>
          <p:cNvCxnSpPr/>
          <p:nvPr/>
        </p:nvCxnSpPr>
        <p:spPr>
          <a:xfrm flipH="1">
            <a:off x="8594550" y="2558525"/>
            <a:ext cx="315000" cy="3432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86"/>
        <p:cNvGrpSpPr/>
        <p:nvPr/>
      </p:nvGrpSpPr>
      <p:grpSpPr>
        <a:xfrm>
          <a:off x="0" y="0"/>
          <a:ext cx="0" cy="0"/>
          <a:chOff x="0" y="0"/>
          <a:chExt cx="0" cy="0"/>
        </a:xfrm>
      </p:grpSpPr>
      <p:sp>
        <p:nvSpPr>
          <p:cNvPr id="187" name="Google Shape;187;p18"/>
          <p:cNvSpPr txBox="1">
            <a:spLocks noGrp="1"/>
          </p:cNvSpPr>
          <p:nvPr>
            <p:ph type="title"/>
          </p:nvPr>
        </p:nvSpPr>
        <p:spPr>
          <a:xfrm>
            <a:off x="0" y="205978"/>
            <a:ext cx="9144000" cy="475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endParaRPr/>
          </a:p>
        </p:txBody>
      </p:sp>
      <p:sp>
        <p:nvSpPr>
          <p:cNvPr id="188" name="Google Shape;188;p18"/>
          <p:cNvSpPr/>
          <p:nvPr/>
        </p:nvSpPr>
        <p:spPr>
          <a:xfrm>
            <a:off x="3462686" y="2354053"/>
            <a:ext cx="1891406" cy="1283970"/>
          </a:xfrm>
          <a:custGeom>
            <a:avLst/>
            <a:gdLst/>
            <a:ahLst/>
            <a:cxnLst/>
            <a:rect l="l" t="t" r="r" b="b"/>
            <a:pathLst>
              <a:path w="432816" h="381000" extrusionOk="0">
                <a:moveTo>
                  <a:pt x="432816" y="190500"/>
                </a:moveTo>
                <a:cubicBezTo>
                  <a:pt x="432816" y="295710"/>
                  <a:pt x="335927" y="381000"/>
                  <a:pt x="216408" y="381000"/>
                </a:cubicBezTo>
                <a:cubicBezTo>
                  <a:pt x="96889" y="381000"/>
                  <a:pt x="0" y="295710"/>
                  <a:pt x="0" y="190500"/>
                </a:cubicBezTo>
                <a:cubicBezTo>
                  <a:pt x="0" y="85290"/>
                  <a:pt x="96889" y="0"/>
                  <a:pt x="216408" y="0"/>
                </a:cubicBezTo>
                <a:cubicBezTo>
                  <a:pt x="335927" y="0"/>
                  <a:pt x="432816" y="85290"/>
                  <a:pt x="432816" y="190500"/>
                </a:cubicBezTo>
                <a:close/>
              </a:path>
            </a:pathLst>
          </a:custGeom>
          <a:noFill/>
          <a:ln w="9525" cap="flat" cmpd="sng">
            <a:solidFill>
              <a:srgbClr val="6AA84F"/>
            </a:solidFill>
            <a:prstDash val="solid"/>
            <a:miter lim="127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cxnSp>
        <p:nvCxnSpPr>
          <p:cNvPr id="189" name="Google Shape;189;p18"/>
          <p:cNvCxnSpPr/>
          <p:nvPr/>
        </p:nvCxnSpPr>
        <p:spPr>
          <a:xfrm rot="10800000" flipH="1">
            <a:off x="1122900" y="3035900"/>
            <a:ext cx="2346000" cy="90300"/>
          </a:xfrm>
          <a:prstGeom prst="straightConnector1">
            <a:avLst/>
          </a:prstGeom>
          <a:noFill/>
          <a:ln w="152400" cap="flat" cmpd="sng">
            <a:solidFill>
              <a:srgbClr val="6AA84F"/>
            </a:solidFill>
            <a:prstDash val="solid"/>
            <a:round/>
            <a:headEnd type="none" w="med" len="med"/>
            <a:tailEnd type="triangle" w="med" len="med"/>
          </a:ln>
        </p:spPr>
      </p:cxnSp>
      <p:cxnSp>
        <p:nvCxnSpPr>
          <p:cNvPr id="190" name="Google Shape;190;p18"/>
          <p:cNvCxnSpPr/>
          <p:nvPr/>
        </p:nvCxnSpPr>
        <p:spPr>
          <a:xfrm>
            <a:off x="5384100" y="3025950"/>
            <a:ext cx="2637000" cy="0"/>
          </a:xfrm>
          <a:prstGeom prst="straightConnector1">
            <a:avLst/>
          </a:prstGeom>
          <a:noFill/>
          <a:ln w="152400" cap="flat" cmpd="sng">
            <a:solidFill>
              <a:srgbClr val="6AA84F"/>
            </a:solidFill>
            <a:prstDash val="solid"/>
            <a:round/>
            <a:headEnd type="none" w="med" len="med"/>
            <a:tailEnd type="triangle" w="med" len="med"/>
          </a:ln>
        </p:spPr>
      </p:cxnSp>
      <p:sp>
        <p:nvSpPr>
          <p:cNvPr id="191" name="Google Shape;191;p18"/>
          <p:cNvSpPr txBox="1"/>
          <p:nvPr/>
        </p:nvSpPr>
        <p:spPr>
          <a:xfrm>
            <a:off x="1584125" y="2317725"/>
            <a:ext cx="4110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AR" sz="2700" b="1">
                <a:latin typeface="Tahoma"/>
                <a:ea typeface="Tahoma"/>
                <a:cs typeface="Tahoma"/>
                <a:sym typeface="Tahoma"/>
              </a:rPr>
              <a:t>A</a:t>
            </a:r>
            <a:endParaRPr sz="2700" b="1">
              <a:latin typeface="Tahoma"/>
              <a:ea typeface="Tahoma"/>
              <a:cs typeface="Tahoma"/>
              <a:sym typeface="Tahoma"/>
            </a:endParaRPr>
          </a:p>
        </p:txBody>
      </p:sp>
      <p:sp>
        <p:nvSpPr>
          <p:cNvPr id="192" name="Google Shape;192;p18"/>
          <p:cNvSpPr txBox="1"/>
          <p:nvPr/>
        </p:nvSpPr>
        <p:spPr>
          <a:xfrm>
            <a:off x="5797175" y="2354050"/>
            <a:ext cx="6777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AR" sz="2700" b="1">
                <a:latin typeface="Tahoma"/>
                <a:ea typeface="Tahoma"/>
                <a:cs typeface="Tahoma"/>
                <a:sym typeface="Tahoma"/>
              </a:rPr>
              <a:t>B</a:t>
            </a:r>
            <a:endParaRPr sz="2700" b="1">
              <a:latin typeface="Tahoma"/>
              <a:ea typeface="Tahoma"/>
              <a:cs typeface="Tahoma"/>
              <a:sym typeface="Tahoma"/>
            </a:endParaRPr>
          </a:p>
        </p:txBody>
      </p:sp>
      <p:pic>
        <p:nvPicPr>
          <p:cNvPr id="193" name="Google Shape;193;p18"/>
          <p:cNvPicPr preferRelativeResize="0"/>
          <p:nvPr/>
        </p:nvPicPr>
        <p:blipFill>
          <a:blip r:embed="rId3">
            <a:alphaModFix/>
          </a:blip>
          <a:stretch>
            <a:fillRect/>
          </a:stretch>
        </p:blipFill>
        <p:spPr>
          <a:xfrm>
            <a:off x="197961" y="2737425"/>
            <a:ext cx="747075" cy="798717"/>
          </a:xfrm>
          <a:prstGeom prst="rect">
            <a:avLst/>
          </a:prstGeom>
          <a:noFill/>
          <a:ln>
            <a:noFill/>
          </a:ln>
        </p:spPr>
      </p:pic>
      <p:pic>
        <p:nvPicPr>
          <p:cNvPr id="194" name="Google Shape;194;p18"/>
          <p:cNvPicPr preferRelativeResize="0"/>
          <p:nvPr/>
        </p:nvPicPr>
        <p:blipFill>
          <a:blip r:embed="rId4">
            <a:alphaModFix/>
          </a:blip>
          <a:stretch>
            <a:fillRect/>
          </a:stretch>
        </p:blipFill>
        <p:spPr>
          <a:xfrm>
            <a:off x="5494038" y="1453449"/>
            <a:ext cx="1283975" cy="1283975"/>
          </a:xfrm>
          <a:prstGeom prst="rect">
            <a:avLst/>
          </a:prstGeom>
          <a:noFill/>
          <a:ln w="9525" cap="flat" cmpd="sng">
            <a:solidFill>
              <a:srgbClr val="C00000"/>
            </a:solidFill>
            <a:prstDash val="solid"/>
            <a:round/>
            <a:headEnd type="none" w="sm" len="sm"/>
            <a:tailEnd type="none" w="sm" len="sm"/>
          </a:ln>
        </p:spPr>
      </p:pic>
      <p:pic>
        <p:nvPicPr>
          <p:cNvPr id="195" name="Google Shape;195;p18"/>
          <p:cNvPicPr preferRelativeResize="0"/>
          <p:nvPr/>
        </p:nvPicPr>
        <p:blipFill>
          <a:blip r:embed="rId3">
            <a:alphaModFix/>
          </a:blip>
          <a:stretch>
            <a:fillRect/>
          </a:stretch>
        </p:blipFill>
        <p:spPr>
          <a:xfrm>
            <a:off x="8021111" y="2596675"/>
            <a:ext cx="747075" cy="798717"/>
          </a:xfrm>
          <a:prstGeom prst="rect">
            <a:avLst/>
          </a:prstGeom>
          <a:noFill/>
          <a:ln>
            <a:noFill/>
          </a:ln>
        </p:spPr>
      </p:pic>
      <p:pic>
        <p:nvPicPr>
          <p:cNvPr id="196" name="Google Shape;196;p18"/>
          <p:cNvPicPr preferRelativeResize="0"/>
          <p:nvPr/>
        </p:nvPicPr>
        <p:blipFill>
          <a:blip r:embed="rId5">
            <a:alphaModFix/>
          </a:blip>
          <a:stretch>
            <a:fillRect/>
          </a:stretch>
        </p:blipFill>
        <p:spPr>
          <a:xfrm>
            <a:off x="7504641" y="808725"/>
            <a:ext cx="1213175" cy="1213175"/>
          </a:xfrm>
          <a:prstGeom prst="rect">
            <a:avLst/>
          </a:prstGeom>
          <a:noFill/>
          <a:ln>
            <a:noFill/>
          </a:ln>
        </p:spPr>
      </p:pic>
      <p:pic>
        <p:nvPicPr>
          <p:cNvPr id="197" name="Google Shape;197;p18"/>
          <p:cNvPicPr preferRelativeResize="0"/>
          <p:nvPr/>
        </p:nvPicPr>
        <p:blipFill>
          <a:blip r:embed="rId6">
            <a:alphaModFix/>
          </a:blip>
          <a:stretch>
            <a:fillRect/>
          </a:stretch>
        </p:blipFill>
        <p:spPr>
          <a:xfrm>
            <a:off x="5570175" y="3208400"/>
            <a:ext cx="1373950" cy="1373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9"/>
          <p:cNvSpPr/>
          <p:nvPr/>
        </p:nvSpPr>
        <p:spPr>
          <a:xfrm>
            <a:off x="607169" y="995576"/>
            <a:ext cx="7920000" cy="993000"/>
          </a:xfrm>
          <a:prstGeom prst="roundRect">
            <a:avLst>
              <a:gd name="adj" fmla="val 16667"/>
            </a:avLst>
          </a:prstGeom>
          <a:solidFill>
            <a:srgbClr val="D8D8D8">
              <a:alpha val="40000"/>
            </a:srgbClr>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480"/>
              </a:spcBef>
              <a:spcAft>
                <a:spcPts val="0"/>
              </a:spcAft>
              <a:buClr>
                <a:schemeClr val="dk1"/>
              </a:buClr>
              <a:buSzPts val="2400"/>
              <a:buFont typeface="Tahoma"/>
              <a:buNone/>
            </a:pPr>
            <a:r>
              <a:rPr lang="es-AR" sz="2400">
                <a:solidFill>
                  <a:schemeClr val="dk1"/>
                </a:solidFill>
                <a:latin typeface="Tahoma"/>
                <a:ea typeface="Tahoma"/>
                <a:cs typeface="Tahoma"/>
                <a:sym typeface="Tahoma"/>
              </a:rPr>
              <a:t>Diagrama que nos muestra la relación entre el contexto  y el Sistema.</a:t>
            </a:r>
            <a:endParaRPr sz="1800" b="0" i="0" u="none" strike="noStrike" cap="none">
              <a:solidFill>
                <a:schemeClr val="lt1"/>
              </a:solidFill>
              <a:latin typeface="Arial"/>
              <a:ea typeface="Arial"/>
              <a:cs typeface="Arial"/>
              <a:sym typeface="Arial"/>
            </a:endParaRPr>
          </a:p>
        </p:txBody>
      </p:sp>
      <p:sp>
        <p:nvSpPr>
          <p:cNvPr id="204" name="Google Shape;204;p19"/>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AR" sz="3200" dirty="0"/>
              <a:t>Diagrama de contexto</a:t>
            </a:r>
            <a:endParaRPr dirty="0"/>
          </a:p>
        </p:txBody>
      </p:sp>
      <p:sp>
        <p:nvSpPr>
          <p:cNvPr id="205" name="Google Shape;205;p19"/>
          <p:cNvSpPr/>
          <p:nvPr/>
        </p:nvSpPr>
        <p:spPr>
          <a:xfrm>
            <a:off x="607170" y="2312326"/>
            <a:ext cx="7865400" cy="2106300"/>
          </a:xfrm>
          <a:prstGeom prst="roundRect">
            <a:avLst>
              <a:gd name="adj" fmla="val 16667"/>
            </a:avLst>
          </a:prstGeom>
          <a:solidFill>
            <a:srgbClr val="D8D8D8">
              <a:alpha val="40000"/>
            </a:srgbClr>
          </a:solidFill>
          <a:ln w="25400"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AR" sz="1900" b="0" i="0" u="none" strike="noStrike" cap="none">
                <a:solidFill>
                  <a:schemeClr val="dk1"/>
                </a:solidFill>
                <a:latin typeface="Arial"/>
                <a:ea typeface="Arial"/>
                <a:cs typeface="Arial"/>
                <a:sym typeface="Arial"/>
              </a:rPr>
              <a:t>Componentes:</a:t>
            </a:r>
            <a:endParaRPr/>
          </a:p>
        </p:txBody>
      </p:sp>
      <p:sp>
        <p:nvSpPr>
          <p:cNvPr id="206" name="Google Shape;206;p19"/>
          <p:cNvSpPr/>
          <p:nvPr/>
        </p:nvSpPr>
        <p:spPr>
          <a:xfrm>
            <a:off x="3783420" y="2848101"/>
            <a:ext cx="1512900" cy="1325400"/>
          </a:xfrm>
          <a:prstGeom prst="ellipse">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AR" sz="1800" b="0" i="0" u="none" strike="noStrike" cap="none">
                <a:solidFill>
                  <a:schemeClr val="dk1"/>
                </a:solidFill>
                <a:latin typeface="Arial"/>
                <a:ea typeface="Arial"/>
                <a:cs typeface="Arial"/>
                <a:sym typeface="Arial"/>
              </a:rPr>
              <a:t>Sistema</a:t>
            </a:r>
            <a:endParaRPr/>
          </a:p>
        </p:txBody>
      </p:sp>
      <p:cxnSp>
        <p:nvCxnSpPr>
          <p:cNvPr id="207" name="Google Shape;207;p19"/>
          <p:cNvCxnSpPr/>
          <p:nvPr/>
        </p:nvCxnSpPr>
        <p:spPr>
          <a:xfrm>
            <a:off x="2494694" y="3382701"/>
            <a:ext cx="1195500" cy="0"/>
          </a:xfrm>
          <a:prstGeom prst="straightConnector1">
            <a:avLst/>
          </a:prstGeom>
          <a:noFill/>
          <a:ln w="19050" cap="flat" cmpd="sng">
            <a:solidFill>
              <a:schemeClr val="accent4"/>
            </a:solidFill>
            <a:prstDash val="solid"/>
            <a:round/>
            <a:headEnd type="none" w="sm" len="sm"/>
            <a:tailEnd type="stealth" w="med" len="med"/>
          </a:ln>
        </p:spPr>
      </p:cxnSp>
      <p:cxnSp>
        <p:nvCxnSpPr>
          <p:cNvPr id="208" name="Google Shape;208;p19"/>
          <p:cNvCxnSpPr/>
          <p:nvPr/>
        </p:nvCxnSpPr>
        <p:spPr>
          <a:xfrm rot="10800000">
            <a:off x="2494844" y="3605348"/>
            <a:ext cx="1123800" cy="0"/>
          </a:xfrm>
          <a:prstGeom prst="straightConnector1">
            <a:avLst/>
          </a:prstGeom>
          <a:noFill/>
          <a:ln w="19050" cap="flat" cmpd="sng">
            <a:solidFill>
              <a:schemeClr val="accent4"/>
            </a:solidFill>
            <a:prstDash val="solid"/>
            <a:round/>
            <a:headEnd type="none" w="sm" len="sm"/>
            <a:tailEnd type="stealth" w="med" len="med"/>
          </a:ln>
        </p:spPr>
      </p:cxnSp>
      <p:sp>
        <p:nvSpPr>
          <p:cNvPr id="209" name="Google Shape;209;p19"/>
          <p:cNvSpPr/>
          <p:nvPr/>
        </p:nvSpPr>
        <p:spPr>
          <a:xfrm>
            <a:off x="897744" y="3103176"/>
            <a:ext cx="1470600" cy="6951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10" name="Google Shape;210;p19"/>
          <p:cNvSpPr txBox="1"/>
          <p:nvPr/>
        </p:nvSpPr>
        <p:spPr>
          <a:xfrm>
            <a:off x="2113694" y="3063614"/>
            <a:ext cx="312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s-AR" sz="1800" b="0" i="0" u="none" strike="noStrike" cap="none">
                <a:solidFill>
                  <a:schemeClr val="dk1"/>
                </a:solidFill>
                <a:latin typeface="Arial"/>
                <a:ea typeface="Arial"/>
                <a:cs typeface="Arial"/>
                <a:sym typeface="Arial"/>
              </a:rPr>
              <a:t>a</a:t>
            </a:r>
            <a:endParaRPr/>
          </a:p>
        </p:txBody>
      </p:sp>
      <p:sp>
        <p:nvSpPr>
          <p:cNvPr id="211" name="Google Shape;211;p19"/>
          <p:cNvSpPr txBox="1"/>
          <p:nvPr/>
        </p:nvSpPr>
        <p:spPr>
          <a:xfrm>
            <a:off x="2439132" y="3038611"/>
            <a:ext cx="13080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Arial"/>
              <a:buNone/>
            </a:pPr>
            <a:r>
              <a:rPr lang="es-AR" sz="1400" b="0" i="0" u="none" strike="noStrike" cap="none">
                <a:solidFill>
                  <a:schemeClr val="dk1"/>
                </a:solidFill>
                <a:latin typeface="Arial"/>
                <a:ea typeface="Arial"/>
                <a:cs typeface="Arial"/>
                <a:sym typeface="Arial"/>
              </a:rPr>
              <a:t>Flujo de datos</a:t>
            </a:r>
            <a:endParaRPr/>
          </a:p>
        </p:txBody>
      </p:sp>
      <p:sp>
        <p:nvSpPr>
          <p:cNvPr id="212" name="Google Shape;212;p19"/>
          <p:cNvSpPr txBox="1"/>
          <p:nvPr/>
        </p:nvSpPr>
        <p:spPr>
          <a:xfrm>
            <a:off x="903594" y="3907767"/>
            <a:ext cx="14589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Arial"/>
              <a:buNone/>
            </a:pPr>
            <a:r>
              <a:rPr lang="es-AR" sz="1400" b="0" i="0" u="none" strike="noStrike" cap="none">
                <a:solidFill>
                  <a:schemeClr val="dk1"/>
                </a:solidFill>
                <a:latin typeface="Arial"/>
                <a:ea typeface="Arial"/>
                <a:cs typeface="Arial"/>
                <a:sym typeface="Arial"/>
              </a:rPr>
              <a:t>Entidad Externa</a:t>
            </a:r>
            <a:endParaRPr/>
          </a:p>
        </p:txBody>
      </p:sp>
      <p:sp>
        <p:nvSpPr>
          <p:cNvPr id="213" name="Google Shape;213;p19"/>
          <p:cNvSpPr/>
          <p:nvPr/>
        </p:nvSpPr>
        <p:spPr>
          <a:xfrm>
            <a:off x="6682908" y="3103176"/>
            <a:ext cx="1470600" cy="6951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14" name="Google Shape;214;p19"/>
          <p:cNvSpPr txBox="1"/>
          <p:nvPr/>
        </p:nvSpPr>
        <p:spPr>
          <a:xfrm>
            <a:off x="6688758" y="3907767"/>
            <a:ext cx="14589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Arial"/>
              <a:buNone/>
            </a:pPr>
            <a:r>
              <a:rPr lang="es-AR" sz="1400" b="0" i="0" u="none" strike="noStrike" cap="none">
                <a:solidFill>
                  <a:schemeClr val="dk1"/>
                </a:solidFill>
                <a:latin typeface="Arial"/>
                <a:ea typeface="Arial"/>
                <a:cs typeface="Arial"/>
                <a:sym typeface="Arial"/>
              </a:rPr>
              <a:t>Entidad Externa</a:t>
            </a:r>
            <a:endParaRPr/>
          </a:p>
        </p:txBody>
      </p:sp>
      <p:sp>
        <p:nvSpPr>
          <p:cNvPr id="215" name="Google Shape;215;p19"/>
          <p:cNvSpPr txBox="1"/>
          <p:nvPr/>
        </p:nvSpPr>
        <p:spPr>
          <a:xfrm>
            <a:off x="7879019" y="3063614"/>
            <a:ext cx="312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s-AR" sz="1800">
                <a:solidFill>
                  <a:schemeClr val="dk1"/>
                </a:solidFill>
              </a:rPr>
              <a:t>b</a:t>
            </a:r>
            <a:endParaRPr/>
          </a:p>
        </p:txBody>
      </p:sp>
      <p:cxnSp>
        <p:nvCxnSpPr>
          <p:cNvPr id="216" name="Google Shape;216;p19"/>
          <p:cNvCxnSpPr/>
          <p:nvPr/>
        </p:nvCxnSpPr>
        <p:spPr>
          <a:xfrm>
            <a:off x="5390294" y="3382701"/>
            <a:ext cx="1195500" cy="0"/>
          </a:xfrm>
          <a:prstGeom prst="straightConnector1">
            <a:avLst/>
          </a:prstGeom>
          <a:noFill/>
          <a:ln w="19050" cap="flat" cmpd="sng">
            <a:solidFill>
              <a:schemeClr val="accent4"/>
            </a:solidFill>
            <a:prstDash val="solid"/>
            <a:round/>
            <a:headEnd type="none" w="sm" len="sm"/>
            <a:tailEnd type="stealth" w="med" len="med"/>
          </a:ln>
        </p:spPr>
      </p:cxnSp>
      <p:cxnSp>
        <p:nvCxnSpPr>
          <p:cNvPr id="217" name="Google Shape;217;p19"/>
          <p:cNvCxnSpPr/>
          <p:nvPr/>
        </p:nvCxnSpPr>
        <p:spPr>
          <a:xfrm rot="10800000">
            <a:off x="5390444" y="3605348"/>
            <a:ext cx="1123800" cy="0"/>
          </a:xfrm>
          <a:prstGeom prst="straightConnector1">
            <a:avLst/>
          </a:prstGeom>
          <a:noFill/>
          <a:ln w="19050" cap="flat" cmpd="sng">
            <a:solidFill>
              <a:schemeClr val="accent4"/>
            </a:solidFill>
            <a:prstDash val="solid"/>
            <a:round/>
            <a:headEnd type="none" w="sm" len="sm"/>
            <a:tailEnd type="stealth" w="med" len="med"/>
          </a:ln>
        </p:spPr>
      </p:cxnSp>
      <p:sp>
        <p:nvSpPr>
          <p:cNvPr id="218" name="Google Shape;218;p19"/>
          <p:cNvSpPr txBox="1"/>
          <p:nvPr/>
        </p:nvSpPr>
        <p:spPr>
          <a:xfrm>
            <a:off x="5334732" y="3038611"/>
            <a:ext cx="13080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Arial"/>
              <a:buNone/>
            </a:pPr>
            <a:r>
              <a:rPr lang="es-AR" sz="1400" b="0" i="0" u="none" strike="noStrike" cap="none">
                <a:solidFill>
                  <a:schemeClr val="dk1"/>
                </a:solidFill>
                <a:latin typeface="Arial"/>
                <a:ea typeface="Arial"/>
                <a:cs typeface="Arial"/>
                <a:sym typeface="Arial"/>
              </a:rPr>
              <a:t>Flujo de datos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0"/>
          <p:cNvSpPr/>
          <p:nvPr/>
        </p:nvSpPr>
        <p:spPr>
          <a:xfrm>
            <a:off x="1241425" y="2962275"/>
            <a:ext cx="2168400" cy="784500"/>
          </a:xfrm>
          <a:prstGeom prst="rect">
            <a:avLst/>
          </a:prstGeom>
          <a:solidFill>
            <a:schemeClr val="lt1"/>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24" name="Google Shape;224;p20"/>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AR"/>
              <a:t>Entidades Externas</a:t>
            </a:r>
            <a:endParaRPr/>
          </a:p>
        </p:txBody>
      </p:sp>
      <p:sp>
        <p:nvSpPr>
          <p:cNvPr id="225" name="Google Shape;225;p20"/>
          <p:cNvSpPr/>
          <p:nvPr/>
        </p:nvSpPr>
        <p:spPr>
          <a:xfrm>
            <a:off x="1533525" y="1478748"/>
            <a:ext cx="1512900" cy="6465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AR" sz="1800" b="0" i="0" u="none" strike="noStrike" cap="none">
                <a:solidFill>
                  <a:schemeClr val="dk1"/>
                </a:solidFill>
                <a:latin typeface="Arial"/>
                <a:ea typeface="Arial"/>
                <a:cs typeface="Arial"/>
                <a:sym typeface="Arial"/>
              </a:rPr>
              <a:t>CLIENTE</a:t>
            </a:r>
            <a:endParaRPr/>
          </a:p>
        </p:txBody>
      </p:sp>
      <p:sp>
        <p:nvSpPr>
          <p:cNvPr id="226" name="Google Shape;226;p20"/>
          <p:cNvSpPr txBox="1"/>
          <p:nvPr/>
        </p:nvSpPr>
        <p:spPr>
          <a:xfrm>
            <a:off x="2747963" y="1372791"/>
            <a:ext cx="312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s-AR" sz="1800" b="0" i="0" u="none" strike="noStrike" cap="none">
                <a:solidFill>
                  <a:schemeClr val="dk1"/>
                </a:solidFill>
                <a:latin typeface="Arial"/>
                <a:ea typeface="Arial"/>
                <a:cs typeface="Arial"/>
                <a:sym typeface="Arial"/>
              </a:rPr>
              <a:t>a</a:t>
            </a:r>
            <a:endParaRPr/>
          </a:p>
        </p:txBody>
      </p:sp>
      <p:cxnSp>
        <p:nvCxnSpPr>
          <p:cNvPr id="227" name="Google Shape;227;p20"/>
          <p:cNvCxnSpPr/>
          <p:nvPr/>
        </p:nvCxnSpPr>
        <p:spPr>
          <a:xfrm flipH="1">
            <a:off x="2704113" y="1756172"/>
            <a:ext cx="342300" cy="386700"/>
          </a:xfrm>
          <a:prstGeom prst="straightConnector1">
            <a:avLst/>
          </a:prstGeom>
          <a:noFill/>
          <a:ln w="9525" cap="flat" cmpd="sng">
            <a:solidFill>
              <a:schemeClr val="dk1"/>
            </a:solidFill>
            <a:prstDash val="solid"/>
            <a:round/>
            <a:headEnd type="none" w="sm" len="sm"/>
            <a:tailEnd type="none" w="sm" len="sm"/>
          </a:ln>
        </p:spPr>
      </p:cxnSp>
      <p:sp>
        <p:nvSpPr>
          <p:cNvPr id="228" name="Google Shape;228;p20"/>
          <p:cNvSpPr txBox="1"/>
          <p:nvPr/>
        </p:nvSpPr>
        <p:spPr>
          <a:xfrm>
            <a:off x="3557588" y="1745456"/>
            <a:ext cx="4576800" cy="3693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s-AR" sz="1800" b="0" i="0" u="none" strike="noStrike" cap="none">
                <a:solidFill>
                  <a:schemeClr val="dk1"/>
                </a:solidFill>
                <a:latin typeface="Arial"/>
                <a:ea typeface="Arial"/>
                <a:cs typeface="Arial"/>
                <a:sym typeface="Arial"/>
              </a:rPr>
              <a:t>Entidad externa repetida en el diagrama</a:t>
            </a:r>
            <a:endParaRPr/>
          </a:p>
        </p:txBody>
      </p:sp>
      <p:sp>
        <p:nvSpPr>
          <p:cNvPr id="229" name="Google Shape;229;p20"/>
          <p:cNvSpPr txBox="1"/>
          <p:nvPr/>
        </p:nvSpPr>
        <p:spPr>
          <a:xfrm>
            <a:off x="3573463" y="1444229"/>
            <a:ext cx="3422700" cy="3693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a:buChar char="•"/>
            </a:pPr>
            <a:r>
              <a:rPr lang="es-AR" sz="1800" b="0" i="0" u="none" strike="noStrike" cap="none">
                <a:solidFill>
                  <a:schemeClr val="dk1"/>
                </a:solidFill>
                <a:latin typeface="Arial"/>
                <a:ea typeface="Arial"/>
                <a:cs typeface="Arial"/>
                <a:sym typeface="Arial"/>
              </a:rPr>
              <a:t>Nombre de la EE en singular</a:t>
            </a:r>
            <a:endParaRPr/>
          </a:p>
        </p:txBody>
      </p:sp>
      <p:cxnSp>
        <p:nvCxnSpPr>
          <p:cNvPr id="230" name="Google Shape;230;p20"/>
          <p:cNvCxnSpPr/>
          <p:nvPr/>
        </p:nvCxnSpPr>
        <p:spPr>
          <a:xfrm>
            <a:off x="2903538" y="1883569"/>
            <a:ext cx="654000" cy="0"/>
          </a:xfrm>
          <a:prstGeom prst="straightConnector1">
            <a:avLst/>
          </a:prstGeom>
          <a:noFill/>
          <a:ln w="9525" cap="flat" cmpd="sng">
            <a:solidFill>
              <a:schemeClr val="dk1"/>
            </a:solidFill>
            <a:prstDash val="solid"/>
            <a:round/>
            <a:headEnd type="none" w="sm" len="sm"/>
            <a:tailEnd type="triangle" w="med" len="med"/>
          </a:ln>
        </p:spPr>
      </p:cxnSp>
      <p:sp>
        <p:nvSpPr>
          <p:cNvPr id="231" name="Google Shape;231;p20"/>
          <p:cNvSpPr txBox="1"/>
          <p:nvPr/>
        </p:nvSpPr>
        <p:spPr>
          <a:xfrm>
            <a:off x="1241425" y="3058716"/>
            <a:ext cx="21684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800"/>
              <a:buFont typeface="Arial"/>
              <a:buNone/>
            </a:pPr>
            <a:r>
              <a:rPr lang="es-AR" sz="1800" b="1" i="0" u="none" strike="noStrike" cap="none">
                <a:solidFill>
                  <a:schemeClr val="dk1"/>
                </a:solidFill>
                <a:latin typeface="Arial"/>
                <a:ea typeface="Arial"/>
                <a:cs typeface="Arial"/>
                <a:sym typeface="Arial"/>
              </a:rPr>
              <a:t>Tipo de Entidades</a:t>
            </a:r>
            <a:endParaRPr/>
          </a:p>
          <a:p>
            <a:pPr marL="0" marR="0" lvl="0" indent="0" algn="ctr" rtl="0">
              <a:spcBef>
                <a:spcPts val="0"/>
              </a:spcBef>
              <a:spcAft>
                <a:spcPts val="0"/>
              </a:spcAft>
              <a:buClr>
                <a:schemeClr val="dk1"/>
              </a:buClr>
              <a:buSzPts val="1800"/>
              <a:buFont typeface="Arial"/>
              <a:buNone/>
            </a:pPr>
            <a:r>
              <a:rPr lang="es-AR" sz="1800" b="1" i="0" u="none" strike="noStrike" cap="none">
                <a:solidFill>
                  <a:schemeClr val="dk1"/>
                </a:solidFill>
                <a:latin typeface="Arial"/>
                <a:ea typeface="Arial"/>
                <a:cs typeface="Arial"/>
                <a:sym typeface="Arial"/>
              </a:rPr>
              <a:t>Externas </a:t>
            </a:r>
            <a:endParaRPr/>
          </a:p>
        </p:txBody>
      </p:sp>
      <p:cxnSp>
        <p:nvCxnSpPr>
          <p:cNvPr id="232" name="Google Shape;232;p20"/>
          <p:cNvCxnSpPr/>
          <p:nvPr/>
        </p:nvCxnSpPr>
        <p:spPr>
          <a:xfrm rot="10800000" flipH="1">
            <a:off x="3455988" y="2897935"/>
            <a:ext cx="765300" cy="348900"/>
          </a:xfrm>
          <a:prstGeom prst="straightConnector1">
            <a:avLst/>
          </a:prstGeom>
          <a:noFill/>
          <a:ln w="38100" cap="flat" cmpd="sng">
            <a:solidFill>
              <a:schemeClr val="dk1"/>
            </a:solidFill>
            <a:prstDash val="solid"/>
            <a:round/>
            <a:headEnd type="none" w="sm" len="sm"/>
            <a:tailEnd type="triangle" w="med" len="med"/>
          </a:ln>
        </p:spPr>
      </p:cxnSp>
      <p:cxnSp>
        <p:nvCxnSpPr>
          <p:cNvPr id="233" name="Google Shape;233;p20"/>
          <p:cNvCxnSpPr/>
          <p:nvPr/>
        </p:nvCxnSpPr>
        <p:spPr>
          <a:xfrm>
            <a:off x="3473450" y="3450431"/>
            <a:ext cx="747600" cy="326100"/>
          </a:xfrm>
          <a:prstGeom prst="straightConnector1">
            <a:avLst/>
          </a:prstGeom>
          <a:noFill/>
          <a:ln w="38100" cap="flat" cmpd="sng">
            <a:solidFill>
              <a:schemeClr val="dk1"/>
            </a:solidFill>
            <a:prstDash val="solid"/>
            <a:round/>
            <a:headEnd type="none" w="sm" len="sm"/>
            <a:tailEnd type="triangle" w="med" len="med"/>
          </a:ln>
        </p:spPr>
      </p:cxnSp>
      <p:sp>
        <p:nvSpPr>
          <p:cNvPr id="234" name="Google Shape;234;p20"/>
          <p:cNvSpPr txBox="1"/>
          <p:nvPr/>
        </p:nvSpPr>
        <p:spPr>
          <a:xfrm>
            <a:off x="4267200" y="2751535"/>
            <a:ext cx="7875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s-AR" sz="1800" b="0" i="0" u="none" strike="noStrike" cap="none">
                <a:solidFill>
                  <a:schemeClr val="dk1"/>
                </a:solidFill>
                <a:latin typeface="Arial"/>
                <a:ea typeface="Arial"/>
                <a:cs typeface="Arial"/>
                <a:sym typeface="Arial"/>
              </a:rPr>
              <a:t>Puras</a:t>
            </a:r>
            <a:endParaRPr/>
          </a:p>
        </p:txBody>
      </p:sp>
      <p:sp>
        <p:nvSpPr>
          <p:cNvPr id="235" name="Google Shape;235;p20"/>
          <p:cNvSpPr txBox="1"/>
          <p:nvPr/>
        </p:nvSpPr>
        <p:spPr>
          <a:xfrm>
            <a:off x="4246563" y="3630216"/>
            <a:ext cx="2184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s-AR" sz="1800" b="0" i="0" u="none" strike="noStrike" cap="none">
                <a:solidFill>
                  <a:schemeClr val="dk1"/>
                </a:solidFill>
                <a:latin typeface="Arial"/>
                <a:ea typeface="Arial"/>
                <a:cs typeface="Arial"/>
                <a:sym typeface="Arial"/>
              </a:rPr>
              <a:t>No Puras (impuras)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1"/>
          <p:cNvSpPr/>
          <p:nvPr/>
        </p:nvSpPr>
        <p:spPr>
          <a:xfrm>
            <a:off x="3051175" y="2695575"/>
            <a:ext cx="5914500" cy="1803900"/>
          </a:xfrm>
          <a:prstGeom prst="rect">
            <a:avLst/>
          </a:prstGeom>
          <a:solidFill>
            <a:srgbClr val="D8D8D8">
              <a:alpha val="40000"/>
            </a:srgbClr>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1" name="Google Shape;241;p21"/>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AR"/>
              <a:t>Sistema y Flujos de datos</a:t>
            </a:r>
            <a:endParaRPr/>
          </a:p>
        </p:txBody>
      </p:sp>
      <p:sp>
        <p:nvSpPr>
          <p:cNvPr id="242" name="Google Shape;242;p21"/>
          <p:cNvSpPr/>
          <p:nvPr/>
        </p:nvSpPr>
        <p:spPr>
          <a:xfrm>
            <a:off x="820725" y="968625"/>
            <a:ext cx="1481700" cy="1347600"/>
          </a:xfrm>
          <a:prstGeom prst="ellipse">
            <a:avLst/>
          </a:prstGeom>
          <a:solidFill>
            <a:srgbClr val="F2F2F2"/>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AR" sz="1800" b="0" i="0" u="none" strike="noStrike" cap="none">
                <a:solidFill>
                  <a:schemeClr val="dk1"/>
                </a:solidFill>
                <a:latin typeface="Arial"/>
                <a:ea typeface="Arial"/>
                <a:cs typeface="Arial"/>
                <a:sym typeface="Arial"/>
              </a:rPr>
              <a:t>Sistema</a:t>
            </a:r>
            <a:endParaRPr/>
          </a:p>
          <a:p>
            <a:pPr marL="0" marR="0" lvl="0" indent="0" algn="ctr" rtl="0">
              <a:spcBef>
                <a:spcPts val="0"/>
              </a:spcBef>
              <a:spcAft>
                <a:spcPts val="0"/>
              </a:spcAft>
              <a:buNone/>
            </a:pPr>
            <a:r>
              <a:rPr lang="es-AR" sz="1800" b="0" i="0" u="none" strike="noStrike" cap="none">
                <a:solidFill>
                  <a:schemeClr val="dk1"/>
                </a:solidFill>
                <a:latin typeface="Arial"/>
                <a:ea typeface="Arial"/>
                <a:cs typeface="Arial"/>
                <a:sym typeface="Arial"/>
              </a:rPr>
              <a:t>(nivel 0)</a:t>
            </a:r>
            <a:endParaRPr/>
          </a:p>
        </p:txBody>
      </p:sp>
      <p:cxnSp>
        <p:nvCxnSpPr>
          <p:cNvPr id="243" name="Google Shape;243;p21"/>
          <p:cNvCxnSpPr>
            <a:endCxn id="244" idx="1"/>
          </p:cNvCxnSpPr>
          <p:nvPr/>
        </p:nvCxnSpPr>
        <p:spPr>
          <a:xfrm rot="10800000" flipH="1">
            <a:off x="2085363" y="1153269"/>
            <a:ext cx="876900" cy="382200"/>
          </a:xfrm>
          <a:prstGeom prst="straightConnector1">
            <a:avLst/>
          </a:prstGeom>
          <a:noFill/>
          <a:ln w="9525" cap="flat" cmpd="sng">
            <a:solidFill>
              <a:srgbClr val="7F7F7F"/>
            </a:solidFill>
            <a:prstDash val="solid"/>
            <a:round/>
            <a:headEnd type="none" w="sm" len="sm"/>
            <a:tailEnd type="triangle" w="med" len="med"/>
          </a:ln>
        </p:spPr>
      </p:cxnSp>
      <p:sp>
        <p:nvSpPr>
          <p:cNvPr id="244" name="Google Shape;244;p21"/>
          <p:cNvSpPr txBox="1"/>
          <p:nvPr/>
        </p:nvSpPr>
        <p:spPr>
          <a:xfrm>
            <a:off x="2962263" y="968619"/>
            <a:ext cx="22368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s-AR" sz="1800" b="0" i="0" u="none" strike="noStrike" cap="none">
                <a:solidFill>
                  <a:schemeClr val="dk1"/>
                </a:solidFill>
                <a:latin typeface="Arial"/>
                <a:ea typeface="Arial"/>
                <a:cs typeface="Arial"/>
                <a:sym typeface="Arial"/>
              </a:rPr>
              <a:t>Nombre del sistema</a:t>
            </a:r>
            <a:endParaRPr/>
          </a:p>
        </p:txBody>
      </p:sp>
      <p:sp>
        <p:nvSpPr>
          <p:cNvPr id="245" name="Google Shape;245;p21"/>
          <p:cNvSpPr txBox="1"/>
          <p:nvPr/>
        </p:nvSpPr>
        <p:spPr>
          <a:xfrm>
            <a:off x="3051175" y="2789988"/>
            <a:ext cx="5914500" cy="164400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15000"/>
              </a:lnSpc>
              <a:spcBef>
                <a:spcPts val="0"/>
              </a:spcBef>
              <a:spcAft>
                <a:spcPts val="0"/>
              </a:spcAft>
              <a:buClr>
                <a:schemeClr val="dk1"/>
              </a:buClr>
              <a:buSzPts val="1800"/>
              <a:buFont typeface="Arial"/>
              <a:buChar char="•"/>
            </a:pPr>
            <a:r>
              <a:rPr lang="es-AR" sz="1800" b="0" i="0" u="none" strike="noStrike" cap="none">
                <a:solidFill>
                  <a:schemeClr val="dk1"/>
                </a:solidFill>
                <a:latin typeface="Arial"/>
                <a:ea typeface="Arial"/>
                <a:cs typeface="Arial"/>
                <a:sym typeface="Arial"/>
              </a:rPr>
              <a:t>Representa intercambio de información. </a:t>
            </a:r>
            <a:endParaRPr/>
          </a:p>
          <a:p>
            <a:pPr marL="285750" marR="0" lvl="0" indent="-285750" algn="l" rtl="0">
              <a:lnSpc>
                <a:spcPct val="115000"/>
              </a:lnSpc>
              <a:spcBef>
                <a:spcPts val="0"/>
              </a:spcBef>
              <a:spcAft>
                <a:spcPts val="0"/>
              </a:spcAft>
              <a:buClr>
                <a:schemeClr val="dk1"/>
              </a:buClr>
              <a:buSzPts val="1800"/>
              <a:buFont typeface="Arial"/>
              <a:buChar char="•"/>
            </a:pPr>
            <a:r>
              <a:rPr lang="es-AR" sz="1800" b="0" i="0" u="none" strike="noStrike" cap="none">
                <a:solidFill>
                  <a:schemeClr val="dk1"/>
                </a:solidFill>
                <a:latin typeface="Arial"/>
                <a:ea typeface="Arial"/>
                <a:cs typeface="Arial"/>
                <a:sym typeface="Arial"/>
              </a:rPr>
              <a:t>El nombre debe ser representativo de la información que “viaja” (sustantivo + adjetivo).</a:t>
            </a:r>
            <a:endParaRPr/>
          </a:p>
          <a:p>
            <a:pPr marL="285750" marR="0" lvl="0" indent="-285750" algn="l" rtl="0">
              <a:lnSpc>
                <a:spcPct val="115000"/>
              </a:lnSpc>
              <a:spcBef>
                <a:spcPts val="0"/>
              </a:spcBef>
              <a:spcAft>
                <a:spcPts val="0"/>
              </a:spcAft>
              <a:buClr>
                <a:schemeClr val="dk1"/>
              </a:buClr>
              <a:buSzPts val="1800"/>
              <a:buFont typeface="Arial"/>
              <a:buChar char="•"/>
            </a:pPr>
            <a:r>
              <a:rPr lang="es-AR" sz="1800" b="0" i="0" u="none" strike="noStrike" cap="none">
                <a:solidFill>
                  <a:schemeClr val="dk1"/>
                </a:solidFill>
                <a:latin typeface="Arial"/>
                <a:ea typeface="Arial"/>
                <a:cs typeface="Arial"/>
                <a:sym typeface="Arial"/>
              </a:rPr>
              <a:t>No usar nombres: datos, información, archivo, base de datos, nombres físicos.</a:t>
            </a:r>
            <a:endParaRPr sz="1800" b="0" i="0" u="none" strike="noStrike" cap="none">
              <a:solidFill>
                <a:schemeClr val="dk1"/>
              </a:solidFill>
              <a:latin typeface="Arial"/>
              <a:ea typeface="Arial"/>
              <a:cs typeface="Arial"/>
              <a:sym typeface="Arial"/>
            </a:endParaRPr>
          </a:p>
        </p:txBody>
      </p:sp>
      <p:cxnSp>
        <p:nvCxnSpPr>
          <p:cNvPr id="246" name="Google Shape;246;p21"/>
          <p:cNvCxnSpPr/>
          <p:nvPr/>
        </p:nvCxnSpPr>
        <p:spPr>
          <a:xfrm>
            <a:off x="950913" y="3540822"/>
            <a:ext cx="2016000" cy="0"/>
          </a:xfrm>
          <a:prstGeom prst="straightConnector1">
            <a:avLst/>
          </a:prstGeom>
          <a:noFill/>
          <a:ln w="28575" cap="flat" cmpd="sng">
            <a:solidFill>
              <a:schemeClr val="accent4"/>
            </a:solidFill>
            <a:prstDash val="solid"/>
            <a:round/>
            <a:headEnd type="none" w="sm" len="sm"/>
            <a:tailEnd type="stealth" w="med" len="med"/>
          </a:ln>
        </p:spPr>
      </p:cxnSp>
      <p:cxnSp>
        <p:nvCxnSpPr>
          <p:cNvPr id="247" name="Google Shape;247;p21"/>
          <p:cNvCxnSpPr/>
          <p:nvPr/>
        </p:nvCxnSpPr>
        <p:spPr>
          <a:xfrm rot="10800000">
            <a:off x="951025" y="3919441"/>
            <a:ext cx="1966800" cy="0"/>
          </a:xfrm>
          <a:prstGeom prst="straightConnector1">
            <a:avLst/>
          </a:prstGeom>
          <a:noFill/>
          <a:ln w="28575" cap="flat" cmpd="sng">
            <a:solidFill>
              <a:schemeClr val="accent4"/>
            </a:solidFill>
            <a:prstDash val="solid"/>
            <a:round/>
            <a:headEnd type="none" w="sm" len="sm"/>
            <a:tailEnd type="stealth" w="med" len="med"/>
          </a:ln>
        </p:spPr>
      </p:cxnSp>
      <p:sp>
        <p:nvSpPr>
          <p:cNvPr id="248" name="Google Shape;248;p21"/>
          <p:cNvSpPr txBox="1"/>
          <p:nvPr/>
        </p:nvSpPr>
        <p:spPr>
          <a:xfrm>
            <a:off x="1216025" y="3201494"/>
            <a:ext cx="13080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Arial"/>
              <a:buNone/>
            </a:pPr>
            <a:r>
              <a:rPr lang="es-AR" sz="1400" b="0" i="0" u="none" strike="noStrike" cap="none">
                <a:solidFill>
                  <a:schemeClr val="dk1"/>
                </a:solidFill>
                <a:latin typeface="Arial"/>
                <a:ea typeface="Arial"/>
                <a:cs typeface="Arial"/>
                <a:sym typeface="Arial"/>
              </a:rPr>
              <a:t>Flujo de datos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2"/>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AR"/>
              <a:t>Tabla de Eventos</a:t>
            </a:r>
            <a:endParaRPr/>
          </a:p>
        </p:txBody>
      </p:sp>
      <p:sp>
        <p:nvSpPr>
          <p:cNvPr id="254" name="Google Shape;254;p22"/>
          <p:cNvSpPr/>
          <p:nvPr/>
        </p:nvSpPr>
        <p:spPr>
          <a:xfrm>
            <a:off x="981584" y="907350"/>
            <a:ext cx="7170273" cy="1255800"/>
          </a:xfrm>
          <a:prstGeom prst="roundRect">
            <a:avLst>
              <a:gd name="adj" fmla="val 16667"/>
            </a:avLst>
          </a:prstGeom>
          <a:solidFill>
            <a:srgbClr val="D8D8D8">
              <a:alpha val="40000"/>
            </a:srgbClr>
          </a:solidFill>
          <a:ln w="25400"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AR" sz="2000" b="1" i="0" u="none" strike="noStrike" cap="none">
                <a:solidFill>
                  <a:schemeClr val="dk1"/>
                </a:solidFill>
                <a:latin typeface="Arial"/>
                <a:ea typeface="Arial"/>
                <a:cs typeface="Arial"/>
                <a:sym typeface="Arial"/>
              </a:rPr>
              <a:t>¿Qué es un evento?</a:t>
            </a:r>
            <a:endParaRPr/>
          </a:p>
          <a:p>
            <a:pPr marL="0" marR="0" lvl="0" indent="0" algn="l" rtl="0">
              <a:spcBef>
                <a:spcPts val="0"/>
              </a:spcBef>
              <a:spcAft>
                <a:spcPts val="0"/>
              </a:spcAft>
              <a:buNone/>
            </a:pPr>
            <a:endParaRPr sz="9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s-AR" sz="2200" b="0" i="0" u="none" strike="noStrike" cap="none">
                <a:solidFill>
                  <a:schemeClr val="dk1"/>
                </a:solidFill>
                <a:latin typeface="Arial"/>
                <a:ea typeface="Arial"/>
                <a:cs typeface="Arial"/>
                <a:sym typeface="Arial"/>
              </a:rPr>
              <a:t>Suceso ante el cual el sistema debe dar una respuesta y son originados por el contexto.</a:t>
            </a:r>
            <a:endParaRPr/>
          </a:p>
        </p:txBody>
      </p:sp>
      <p:sp>
        <p:nvSpPr>
          <p:cNvPr id="255" name="Google Shape;255;p22"/>
          <p:cNvSpPr/>
          <p:nvPr/>
        </p:nvSpPr>
        <p:spPr>
          <a:xfrm>
            <a:off x="796511" y="2867025"/>
            <a:ext cx="3468818" cy="1803900"/>
          </a:xfrm>
          <a:prstGeom prst="roundRect">
            <a:avLst>
              <a:gd name="adj" fmla="val 16667"/>
            </a:avLst>
          </a:prstGeom>
          <a:solidFill>
            <a:srgbClr val="D8D8D8">
              <a:alpha val="40000"/>
            </a:srgbClr>
          </a:solidFill>
          <a:ln w="25400"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AR" sz="2000" b="1" i="0" u="none" strike="noStrike" cap="none">
                <a:solidFill>
                  <a:schemeClr val="dk1"/>
                </a:solidFill>
                <a:latin typeface="Arial"/>
                <a:ea typeface="Arial"/>
                <a:cs typeface="Arial"/>
                <a:sym typeface="Arial"/>
              </a:rPr>
              <a:t>Externos</a:t>
            </a:r>
            <a:endParaRPr/>
          </a:p>
          <a:p>
            <a:pPr marL="0" marR="0" lvl="0" indent="0" algn="ctr" rtl="0">
              <a:spcBef>
                <a:spcPts val="0"/>
              </a:spcBef>
              <a:spcAft>
                <a:spcPts val="0"/>
              </a:spcAft>
              <a:buNone/>
            </a:pPr>
            <a:endParaRPr sz="1100"/>
          </a:p>
          <a:p>
            <a:pPr marL="0" marR="0" lvl="0" indent="0" algn="l" rtl="0">
              <a:spcBef>
                <a:spcPts val="0"/>
              </a:spcBef>
              <a:spcAft>
                <a:spcPts val="0"/>
              </a:spcAft>
              <a:buNone/>
            </a:pPr>
            <a:r>
              <a:rPr lang="es-AR" sz="2000" b="0" i="0" u="none" strike="noStrike" cap="none">
                <a:solidFill>
                  <a:schemeClr val="dk1"/>
                </a:solidFill>
                <a:latin typeface="Arial"/>
                <a:ea typeface="Arial"/>
                <a:cs typeface="Arial"/>
                <a:sym typeface="Arial"/>
              </a:rPr>
              <a:t>Originados por una </a:t>
            </a:r>
            <a:r>
              <a:rPr lang="es-AR" sz="2000" b="0" i="1" u="none" strike="noStrike" cap="none">
                <a:solidFill>
                  <a:schemeClr val="dk1"/>
                </a:solidFill>
                <a:latin typeface="Arial"/>
                <a:ea typeface="Arial"/>
                <a:cs typeface="Arial"/>
                <a:sym typeface="Arial"/>
              </a:rPr>
              <a:t>Entidad Externa</a:t>
            </a:r>
            <a:r>
              <a:rPr lang="es-AR" sz="2000" b="0" i="0" u="none" strike="noStrike" cap="none">
                <a:solidFill>
                  <a:schemeClr val="dk1"/>
                </a:solidFill>
                <a:latin typeface="Arial"/>
                <a:ea typeface="Arial"/>
                <a:cs typeface="Arial"/>
                <a:sym typeface="Arial"/>
              </a:rPr>
              <a:t>, a través de un flujo activador.</a:t>
            </a:r>
            <a:endParaRPr/>
          </a:p>
        </p:txBody>
      </p:sp>
      <p:sp>
        <p:nvSpPr>
          <p:cNvPr id="256" name="Google Shape;256;p22"/>
          <p:cNvSpPr/>
          <p:nvPr/>
        </p:nvSpPr>
        <p:spPr>
          <a:xfrm>
            <a:off x="4868111" y="2867025"/>
            <a:ext cx="3468818" cy="1803900"/>
          </a:xfrm>
          <a:prstGeom prst="roundRect">
            <a:avLst>
              <a:gd name="adj" fmla="val 16667"/>
            </a:avLst>
          </a:prstGeom>
          <a:solidFill>
            <a:srgbClr val="D8D8D8">
              <a:alpha val="40000"/>
            </a:srgbClr>
          </a:solidFill>
          <a:ln w="25400" cap="flat" cmpd="sng">
            <a:solidFill>
              <a:srgbClr val="C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s-AR" sz="2000" b="1" i="0" u="none" strike="noStrike" cap="none">
                <a:solidFill>
                  <a:schemeClr val="dk1"/>
                </a:solidFill>
                <a:latin typeface="Arial"/>
                <a:ea typeface="Arial"/>
                <a:cs typeface="Arial"/>
                <a:sym typeface="Arial"/>
              </a:rPr>
              <a:t>Temporales</a:t>
            </a:r>
            <a:endParaRPr/>
          </a:p>
          <a:p>
            <a:pPr marL="0" marR="0" lvl="0" indent="0" algn="l" rtl="0">
              <a:spcBef>
                <a:spcPts val="0"/>
              </a:spcBef>
              <a:spcAft>
                <a:spcPts val="0"/>
              </a:spcAft>
              <a:buNone/>
            </a:pPr>
            <a:endParaRPr sz="1100" b="1"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s-AR" sz="2000" b="0" i="0" u="none" strike="noStrike" cap="none">
                <a:solidFill>
                  <a:schemeClr val="dk1"/>
                </a:solidFill>
                <a:latin typeface="Arial"/>
                <a:ea typeface="Arial"/>
                <a:cs typeface="Arial"/>
                <a:sym typeface="Arial"/>
              </a:rPr>
              <a:t>Originados por </a:t>
            </a:r>
            <a:r>
              <a:rPr lang="es-AR" sz="2000" b="0" i="1" u="none" strike="noStrike" cap="none">
                <a:solidFill>
                  <a:schemeClr val="dk1"/>
                </a:solidFill>
                <a:latin typeface="Arial"/>
                <a:ea typeface="Arial"/>
                <a:cs typeface="Arial"/>
                <a:sym typeface="Arial"/>
              </a:rPr>
              <a:t>condiciones de tiempo</a:t>
            </a:r>
            <a:r>
              <a:rPr lang="es-AR" sz="2000" b="0" i="0" u="none" strike="noStrike" cap="none">
                <a:solidFill>
                  <a:schemeClr val="dk1"/>
                </a:solidFill>
                <a:latin typeface="Arial"/>
                <a:ea typeface="Arial"/>
                <a:cs typeface="Arial"/>
                <a:sym typeface="Arial"/>
              </a:rPr>
              <a:t> (por una determinada temporalidad).</a:t>
            </a:r>
            <a:endParaRPr/>
          </a:p>
        </p:txBody>
      </p:sp>
      <p:sp>
        <p:nvSpPr>
          <p:cNvPr id="257" name="Google Shape;257;p22"/>
          <p:cNvSpPr txBox="1"/>
          <p:nvPr/>
        </p:nvSpPr>
        <p:spPr>
          <a:xfrm>
            <a:off x="3527851" y="2419356"/>
            <a:ext cx="2095636"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s-AR" sz="2000" b="1" i="0" u="none" strike="noStrike" cap="none">
                <a:solidFill>
                  <a:schemeClr val="dk1"/>
                </a:solidFill>
                <a:latin typeface="Arial"/>
                <a:ea typeface="Arial"/>
                <a:cs typeface="Arial"/>
                <a:sym typeface="Arial"/>
              </a:rPr>
              <a:t>Tipos de Eventos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3"/>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AR"/>
              <a:t>Tabla de Eventos</a:t>
            </a:r>
            <a:endParaRPr/>
          </a:p>
        </p:txBody>
      </p:sp>
      <p:graphicFrame>
        <p:nvGraphicFramePr>
          <p:cNvPr id="263" name="Google Shape;263;p23"/>
          <p:cNvGraphicFramePr/>
          <p:nvPr>
            <p:extLst>
              <p:ext uri="{D42A27DB-BD31-4B8C-83A1-F6EECF244321}">
                <p14:modId xmlns:p14="http://schemas.microsoft.com/office/powerpoint/2010/main" val="3398308095"/>
              </p:ext>
            </p:extLst>
          </p:nvPr>
        </p:nvGraphicFramePr>
        <p:xfrm>
          <a:off x="337178" y="1349050"/>
          <a:ext cx="8445500" cy="2485675"/>
        </p:xfrm>
        <a:graphic>
          <a:graphicData uri="http://schemas.openxmlformats.org/drawingml/2006/table">
            <a:tbl>
              <a:tblPr firstRow="1" bandRow="1">
                <a:noFill/>
                <a:tableStyleId>{FA065649-3ABE-4BF6-AB2E-745F73C264F8}</a:tableStyleId>
              </a:tblPr>
              <a:tblGrid>
                <a:gridCol w="1028775">
                  <a:extLst>
                    <a:ext uri="{9D8B030D-6E8A-4147-A177-3AD203B41FA5}">
                      <a16:colId xmlns:a16="http://schemas.microsoft.com/office/drawing/2014/main" val="20000"/>
                    </a:ext>
                  </a:extLst>
                </a:gridCol>
                <a:gridCol w="1504950">
                  <a:extLst>
                    <a:ext uri="{9D8B030D-6E8A-4147-A177-3AD203B41FA5}">
                      <a16:colId xmlns:a16="http://schemas.microsoft.com/office/drawing/2014/main" val="20001"/>
                    </a:ext>
                  </a:extLst>
                </a:gridCol>
                <a:gridCol w="1773525">
                  <a:extLst>
                    <a:ext uri="{9D8B030D-6E8A-4147-A177-3AD203B41FA5}">
                      <a16:colId xmlns:a16="http://schemas.microsoft.com/office/drawing/2014/main" val="20002"/>
                    </a:ext>
                  </a:extLst>
                </a:gridCol>
                <a:gridCol w="1330150">
                  <a:extLst>
                    <a:ext uri="{9D8B030D-6E8A-4147-A177-3AD203B41FA5}">
                      <a16:colId xmlns:a16="http://schemas.microsoft.com/office/drawing/2014/main" val="20003"/>
                    </a:ext>
                  </a:extLst>
                </a:gridCol>
                <a:gridCol w="1256250">
                  <a:extLst>
                    <a:ext uri="{9D8B030D-6E8A-4147-A177-3AD203B41FA5}">
                      <a16:colId xmlns:a16="http://schemas.microsoft.com/office/drawing/2014/main" val="20004"/>
                    </a:ext>
                  </a:extLst>
                </a:gridCol>
                <a:gridCol w="1551850">
                  <a:extLst>
                    <a:ext uri="{9D8B030D-6E8A-4147-A177-3AD203B41FA5}">
                      <a16:colId xmlns:a16="http://schemas.microsoft.com/office/drawing/2014/main" val="20005"/>
                    </a:ext>
                  </a:extLst>
                </a:gridCol>
              </a:tblGrid>
              <a:tr h="434375">
                <a:tc>
                  <a:txBody>
                    <a:bodyPr/>
                    <a:lstStyle/>
                    <a:p>
                      <a:pPr marL="0" marR="0" lvl="0" indent="0" algn="ctr" rtl="0">
                        <a:spcBef>
                          <a:spcPts val="0"/>
                        </a:spcBef>
                        <a:spcAft>
                          <a:spcPts val="0"/>
                        </a:spcAft>
                        <a:buNone/>
                      </a:pPr>
                      <a:r>
                        <a:rPr lang="es-AR" sz="1200" u="none" strike="noStrike" cap="none"/>
                        <a:t>Tipo</a:t>
                      </a:r>
                      <a:endParaRPr sz="1200" b="1" u="none" strike="noStrike" cap="none">
                        <a:solidFill>
                          <a:schemeClr val="dk1"/>
                        </a:solidFill>
                      </a:endParaRPr>
                    </a:p>
                  </a:txBody>
                  <a:tcPr marL="91450" marR="91450" marT="34275" marB="34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25400" cap="flat" cmpd="sng">
                      <a:solidFill>
                        <a:srgbClr val="7F7F7F">
                          <a:alpha val="0"/>
                        </a:srgbClr>
                      </a:solidFill>
                      <a:prstDash val="solid"/>
                      <a:round/>
                      <a:headEnd type="none" w="sm" len="sm"/>
                      <a:tailEnd type="none" w="sm" len="sm"/>
                    </a:lnB>
                    <a:solidFill>
                      <a:srgbClr val="7F7F7F"/>
                    </a:solidFill>
                  </a:tcPr>
                </a:tc>
                <a:tc>
                  <a:txBody>
                    <a:bodyPr/>
                    <a:lstStyle/>
                    <a:p>
                      <a:pPr marL="0" marR="0" lvl="0" indent="0" algn="ctr" rtl="0">
                        <a:spcBef>
                          <a:spcPts val="0"/>
                        </a:spcBef>
                        <a:spcAft>
                          <a:spcPts val="0"/>
                        </a:spcAft>
                        <a:buNone/>
                      </a:pPr>
                      <a:r>
                        <a:rPr lang="es-AR" sz="1200" u="none" strike="noStrike" cap="none"/>
                        <a:t>Descripción</a:t>
                      </a:r>
                      <a:endParaRPr sz="1200" b="1" u="none" strike="noStrike" cap="none">
                        <a:solidFill>
                          <a:schemeClr val="dk1"/>
                        </a:solidFill>
                      </a:endParaRPr>
                    </a:p>
                  </a:txBody>
                  <a:tcPr marL="91450" marR="91450" marT="34275" marB="34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25400" cap="flat" cmpd="sng">
                      <a:solidFill>
                        <a:srgbClr val="7F7F7F">
                          <a:alpha val="0"/>
                        </a:srgbClr>
                      </a:solidFill>
                      <a:prstDash val="solid"/>
                      <a:round/>
                      <a:headEnd type="none" w="sm" len="sm"/>
                      <a:tailEnd type="none" w="sm" len="sm"/>
                    </a:lnB>
                    <a:solidFill>
                      <a:srgbClr val="7F7F7F"/>
                    </a:solidFill>
                  </a:tcPr>
                </a:tc>
                <a:tc>
                  <a:txBody>
                    <a:bodyPr/>
                    <a:lstStyle/>
                    <a:p>
                      <a:pPr marL="0" marR="0" lvl="0" indent="0" algn="ctr" rtl="0">
                        <a:spcBef>
                          <a:spcPts val="0"/>
                        </a:spcBef>
                        <a:spcAft>
                          <a:spcPts val="0"/>
                        </a:spcAft>
                        <a:buNone/>
                      </a:pPr>
                      <a:r>
                        <a:rPr lang="es-AR" sz="1200" u="none" strike="noStrike" cap="none"/>
                        <a:t>Estímulo</a:t>
                      </a:r>
                      <a:endParaRPr sz="1200" b="1" u="none" strike="noStrike" cap="none">
                        <a:solidFill>
                          <a:schemeClr val="dk1"/>
                        </a:solidFill>
                      </a:endParaRPr>
                    </a:p>
                  </a:txBody>
                  <a:tcPr marL="91450" marR="91450" marT="34275" marB="34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25400" cap="flat" cmpd="sng">
                      <a:solidFill>
                        <a:srgbClr val="7F7F7F">
                          <a:alpha val="0"/>
                        </a:srgbClr>
                      </a:solidFill>
                      <a:prstDash val="solid"/>
                      <a:round/>
                      <a:headEnd type="none" w="sm" len="sm"/>
                      <a:tailEnd type="none" w="sm" len="sm"/>
                    </a:lnB>
                    <a:solidFill>
                      <a:srgbClr val="7F7F7F"/>
                    </a:solidFill>
                  </a:tcPr>
                </a:tc>
                <a:tc>
                  <a:txBody>
                    <a:bodyPr/>
                    <a:lstStyle/>
                    <a:p>
                      <a:pPr marL="0" marR="0" lvl="0" indent="0" algn="ctr" rtl="0">
                        <a:spcBef>
                          <a:spcPts val="0"/>
                        </a:spcBef>
                        <a:spcAft>
                          <a:spcPts val="0"/>
                        </a:spcAft>
                        <a:buNone/>
                      </a:pPr>
                      <a:r>
                        <a:rPr lang="es-AR" sz="1200" u="none" strike="noStrike" cap="none"/>
                        <a:t>Respuesta</a:t>
                      </a:r>
                      <a:endParaRPr sz="1200" b="1" u="none" strike="noStrike" cap="none">
                        <a:solidFill>
                          <a:schemeClr val="dk1"/>
                        </a:solidFill>
                      </a:endParaRPr>
                    </a:p>
                  </a:txBody>
                  <a:tcPr marL="91450" marR="91450" marT="34275" marB="34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25400" cap="flat" cmpd="sng">
                      <a:solidFill>
                        <a:srgbClr val="7F7F7F">
                          <a:alpha val="0"/>
                        </a:srgbClr>
                      </a:solidFill>
                      <a:prstDash val="solid"/>
                      <a:round/>
                      <a:headEnd type="none" w="sm" len="sm"/>
                      <a:tailEnd type="none" w="sm" len="sm"/>
                    </a:lnB>
                    <a:solidFill>
                      <a:srgbClr val="7F7F7F"/>
                    </a:solidFill>
                  </a:tcPr>
                </a:tc>
                <a:tc>
                  <a:txBody>
                    <a:bodyPr/>
                    <a:lstStyle/>
                    <a:p>
                      <a:pPr marL="0" marR="0" lvl="0" indent="0" algn="ctr" rtl="0">
                        <a:spcBef>
                          <a:spcPts val="0"/>
                        </a:spcBef>
                        <a:spcAft>
                          <a:spcPts val="0"/>
                        </a:spcAft>
                        <a:buNone/>
                      </a:pPr>
                      <a:r>
                        <a:rPr lang="es-AR" sz="1200" u="none" strike="noStrike" cap="none"/>
                        <a:t>Entidad</a:t>
                      </a:r>
                      <a:endParaRPr sz="1200" b="1" u="none" strike="noStrike" cap="none">
                        <a:solidFill>
                          <a:schemeClr val="dk1"/>
                        </a:solidFill>
                      </a:endParaRPr>
                    </a:p>
                  </a:txBody>
                  <a:tcPr marL="91450" marR="91450" marT="34275" marB="34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25400" cap="flat" cmpd="sng">
                      <a:solidFill>
                        <a:srgbClr val="7F7F7F">
                          <a:alpha val="0"/>
                        </a:srgbClr>
                      </a:solidFill>
                      <a:prstDash val="solid"/>
                      <a:round/>
                      <a:headEnd type="none" w="sm" len="sm"/>
                      <a:tailEnd type="none" w="sm" len="sm"/>
                    </a:lnB>
                    <a:solidFill>
                      <a:srgbClr val="7F7F7F"/>
                    </a:solidFill>
                  </a:tcPr>
                </a:tc>
                <a:tc>
                  <a:txBody>
                    <a:bodyPr/>
                    <a:lstStyle/>
                    <a:p>
                      <a:pPr marL="0" marR="0" lvl="0" indent="0" algn="ctr" rtl="0">
                        <a:spcBef>
                          <a:spcPts val="0"/>
                        </a:spcBef>
                        <a:spcAft>
                          <a:spcPts val="0"/>
                        </a:spcAft>
                        <a:buNone/>
                      </a:pPr>
                      <a:r>
                        <a:rPr lang="es-AR" sz="1200" u="none" strike="noStrike" cap="none"/>
                        <a:t>Función o proceso</a:t>
                      </a:r>
                      <a:endParaRPr sz="1200" b="1" u="none" strike="noStrike" cap="none">
                        <a:solidFill>
                          <a:schemeClr val="dk1"/>
                        </a:solidFill>
                      </a:endParaRPr>
                    </a:p>
                  </a:txBody>
                  <a:tcPr marL="91450" marR="91450" marT="34275" marB="3427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25400" cap="flat" cmpd="sng">
                      <a:solidFill>
                        <a:srgbClr val="7F7F7F">
                          <a:alpha val="0"/>
                        </a:srgbClr>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1267800">
                <a:tc>
                  <a:txBody>
                    <a:bodyPr/>
                    <a:lstStyle/>
                    <a:p>
                      <a:pPr marL="0" marR="0" lvl="0" indent="0" algn="ctr" rtl="0">
                        <a:spcBef>
                          <a:spcPts val="0"/>
                        </a:spcBef>
                        <a:spcAft>
                          <a:spcPts val="0"/>
                        </a:spcAft>
                        <a:buNone/>
                      </a:pPr>
                      <a:r>
                        <a:rPr lang="es-AR" sz="1200" i="1" u="none" strike="noStrike" cap="none">
                          <a:solidFill>
                            <a:schemeClr val="dk1"/>
                          </a:solidFill>
                        </a:rPr>
                        <a:t>Externo /</a:t>
                      </a:r>
                      <a:endParaRPr sz="1100" i="1"/>
                    </a:p>
                    <a:p>
                      <a:pPr marL="0" marR="0" lvl="0" indent="0" algn="ctr" rtl="0">
                        <a:spcBef>
                          <a:spcPts val="0"/>
                        </a:spcBef>
                        <a:spcAft>
                          <a:spcPts val="0"/>
                        </a:spcAft>
                        <a:buNone/>
                      </a:pPr>
                      <a:r>
                        <a:rPr lang="es-AR" sz="1200" i="1" u="none" strike="noStrike" cap="none">
                          <a:solidFill>
                            <a:schemeClr val="dk1"/>
                          </a:solidFill>
                        </a:rPr>
                        <a:t>Temporal</a:t>
                      </a:r>
                      <a:endParaRPr sz="1100" i="1"/>
                    </a:p>
                  </a:txBody>
                  <a:tcPr marL="91450" marR="91450" marT="34275" marB="34275">
                    <a:lnL w="9525" cap="flat" cmpd="sng">
                      <a:solidFill>
                        <a:srgbClr val="7F7F7F">
                          <a:alpha val="0"/>
                        </a:srgbClr>
                      </a:solidFill>
                      <a:prstDash val="solid"/>
                      <a:round/>
                      <a:headEnd type="none" w="sm" len="sm"/>
                      <a:tailEnd type="none" w="sm" len="sm"/>
                    </a:lnL>
                    <a:lnR w="9525" cap="flat" cmpd="sng">
                      <a:solidFill>
                        <a:srgbClr val="7F7F7F">
                          <a:alpha val="0"/>
                        </a:srgbClr>
                      </a:solidFill>
                      <a:prstDash val="solid"/>
                      <a:round/>
                      <a:headEnd type="none" w="sm" len="sm"/>
                      <a:tailEnd type="none" w="sm" len="sm"/>
                    </a:lnR>
                    <a:lnT w="25400" cap="flat" cmpd="sng">
                      <a:solidFill>
                        <a:srgbClr val="7F7F7F">
                          <a:alpha val="0"/>
                        </a:srgbClr>
                      </a:solidFill>
                      <a:prstDash val="solid"/>
                      <a:round/>
                      <a:headEnd type="none" w="sm" len="sm"/>
                      <a:tailEnd type="none" w="sm" len="sm"/>
                    </a:lnT>
                    <a:lnB w="9525" cap="flat" cmpd="sng">
                      <a:solidFill>
                        <a:srgbClr val="7F7F7F">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s-AR" sz="1200" i="1" u="none" strike="noStrike" cap="none">
                          <a:solidFill>
                            <a:schemeClr val="dk1"/>
                          </a:solidFill>
                        </a:rPr>
                        <a:t>Breve</a:t>
                      </a:r>
                      <a:endParaRPr sz="1100" i="1"/>
                    </a:p>
                    <a:p>
                      <a:pPr marL="0" marR="0" lvl="0" indent="0" algn="ctr" rtl="0">
                        <a:spcBef>
                          <a:spcPts val="0"/>
                        </a:spcBef>
                        <a:spcAft>
                          <a:spcPts val="0"/>
                        </a:spcAft>
                        <a:buNone/>
                      </a:pPr>
                      <a:r>
                        <a:rPr lang="es-AR" sz="1200" i="1" u="none" strike="noStrike" cap="none">
                          <a:solidFill>
                            <a:schemeClr val="dk1"/>
                          </a:solidFill>
                        </a:rPr>
                        <a:t>descripción</a:t>
                      </a:r>
                      <a:endParaRPr sz="1100" i="1"/>
                    </a:p>
                  </a:txBody>
                  <a:tcPr marL="91450" marR="91450" marT="34275" marB="34275">
                    <a:lnL w="9525" cap="flat" cmpd="sng">
                      <a:solidFill>
                        <a:srgbClr val="7F7F7F">
                          <a:alpha val="0"/>
                        </a:srgbClr>
                      </a:solidFill>
                      <a:prstDash val="solid"/>
                      <a:round/>
                      <a:headEnd type="none" w="sm" len="sm"/>
                      <a:tailEnd type="none" w="sm" len="sm"/>
                    </a:lnL>
                    <a:lnR w="9525" cap="flat" cmpd="sng">
                      <a:solidFill>
                        <a:srgbClr val="7F7F7F">
                          <a:alpha val="0"/>
                        </a:srgbClr>
                      </a:solidFill>
                      <a:prstDash val="solid"/>
                      <a:round/>
                      <a:headEnd type="none" w="sm" len="sm"/>
                      <a:tailEnd type="none" w="sm" len="sm"/>
                    </a:lnR>
                    <a:lnT w="25400" cap="flat" cmpd="sng">
                      <a:solidFill>
                        <a:srgbClr val="7F7F7F">
                          <a:alpha val="0"/>
                        </a:srgbClr>
                      </a:solidFill>
                      <a:prstDash val="solid"/>
                      <a:round/>
                      <a:headEnd type="none" w="sm" len="sm"/>
                      <a:tailEnd type="none" w="sm" len="sm"/>
                    </a:lnT>
                    <a:lnB w="9525" cap="flat" cmpd="sng">
                      <a:solidFill>
                        <a:srgbClr val="7F7F7F">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s-AR" sz="1200" i="1" u="none" strike="noStrike" cap="none">
                          <a:solidFill>
                            <a:schemeClr val="dk1"/>
                          </a:solidFill>
                        </a:rPr>
                        <a:t>Flujo de datos que inicia (activa) el evento.</a:t>
                      </a:r>
                      <a:endParaRPr sz="1100" i="1"/>
                    </a:p>
                    <a:p>
                      <a:pPr marL="0" marR="0" lvl="0" indent="0" algn="ctr" rtl="0">
                        <a:spcBef>
                          <a:spcPts val="0"/>
                        </a:spcBef>
                        <a:spcAft>
                          <a:spcPts val="0"/>
                        </a:spcAft>
                        <a:buNone/>
                      </a:pPr>
                      <a:r>
                        <a:rPr lang="es-AR" sz="1200" i="1" u="none" strike="noStrike" cap="none">
                          <a:solidFill>
                            <a:schemeClr val="dk1"/>
                          </a:solidFill>
                        </a:rPr>
                        <a:t>En caso de ser Temporal, se coloca --</a:t>
                      </a:r>
                      <a:endParaRPr sz="1100" i="1"/>
                    </a:p>
                  </a:txBody>
                  <a:tcPr marL="91450" marR="91450" marT="34275" marB="34275">
                    <a:lnL w="9525" cap="flat" cmpd="sng">
                      <a:solidFill>
                        <a:srgbClr val="7F7F7F">
                          <a:alpha val="0"/>
                        </a:srgbClr>
                      </a:solidFill>
                      <a:prstDash val="solid"/>
                      <a:round/>
                      <a:headEnd type="none" w="sm" len="sm"/>
                      <a:tailEnd type="none" w="sm" len="sm"/>
                    </a:lnL>
                    <a:lnR w="9525" cap="flat" cmpd="sng">
                      <a:solidFill>
                        <a:srgbClr val="7F7F7F">
                          <a:alpha val="0"/>
                        </a:srgbClr>
                      </a:solidFill>
                      <a:prstDash val="solid"/>
                      <a:round/>
                      <a:headEnd type="none" w="sm" len="sm"/>
                      <a:tailEnd type="none" w="sm" len="sm"/>
                    </a:lnR>
                    <a:lnT w="25400" cap="flat" cmpd="sng">
                      <a:solidFill>
                        <a:srgbClr val="7F7F7F">
                          <a:alpha val="0"/>
                        </a:srgbClr>
                      </a:solidFill>
                      <a:prstDash val="solid"/>
                      <a:round/>
                      <a:headEnd type="none" w="sm" len="sm"/>
                      <a:tailEnd type="none" w="sm" len="sm"/>
                    </a:lnT>
                    <a:lnB w="9525" cap="flat" cmpd="sng">
                      <a:solidFill>
                        <a:srgbClr val="7F7F7F">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s-AR" sz="1200" i="1" u="none" strike="noStrike" cap="none">
                          <a:solidFill>
                            <a:schemeClr val="dk1"/>
                          </a:solidFill>
                        </a:rPr>
                        <a:t>Flujo de datos de salida.</a:t>
                      </a:r>
                      <a:endParaRPr sz="1100" i="1"/>
                    </a:p>
                  </a:txBody>
                  <a:tcPr marL="91450" marR="91450" marT="34275" marB="34275">
                    <a:lnL w="9525" cap="flat" cmpd="sng">
                      <a:solidFill>
                        <a:srgbClr val="7F7F7F">
                          <a:alpha val="0"/>
                        </a:srgbClr>
                      </a:solidFill>
                      <a:prstDash val="solid"/>
                      <a:round/>
                      <a:headEnd type="none" w="sm" len="sm"/>
                      <a:tailEnd type="none" w="sm" len="sm"/>
                    </a:lnL>
                    <a:lnR w="9525" cap="flat" cmpd="sng">
                      <a:solidFill>
                        <a:srgbClr val="7F7F7F">
                          <a:alpha val="0"/>
                        </a:srgbClr>
                      </a:solidFill>
                      <a:prstDash val="solid"/>
                      <a:round/>
                      <a:headEnd type="none" w="sm" len="sm"/>
                      <a:tailEnd type="none" w="sm" len="sm"/>
                    </a:lnR>
                    <a:lnT w="25400" cap="flat" cmpd="sng">
                      <a:solidFill>
                        <a:srgbClr val="7F7F7F">
                          <a:alpha val="0"/>
                        </a:srgbClr>
                      </a:solidFill>
                      <a:prstDash val="solid"/>
                      <a:round/>
                      <a:headEnd type="none" w="sm" len="sm"/>
                      <a:tailEnd type="none" w="sm" len="sm"/>
                    </a:lnT>
                    <a:lnB w="9525" cap="flat" cmpd="sng">
                      <a:solidFill>
                        <a:srgbClr val="7F7F7F">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s-AR" sz="1200" i="1" u="none" strike="noStrike" cap="none">
                          <a:solidFill>
                            <a:schemeClr val="dk1"/>
                          </a:solidFill>
                        </a:rPr>
                        <a:t>E.E. a la que se dirige el flujo de salida.</a:t>
                      </a:r>
                      <a:endParaRPr sz="1100" i="1"/>
                    </a:p>
                  </a:txBody>
                  <a:tcPr marL="91450" marR="91450" marT="34275" marB="34275">
                    <a:lnL w="9525" cap="flat" cmpd="sng">
                      <a:solidFill>
                        <a:srgbClr val="7F7F7F">
                          <a:alpha val="0"/>
                        </a:srgbClr>
                      </a:solidFill>
                      <a:prstDash val="solid"/>
                      <a:round/>
                      <a:headEnd type="none" w="sm" len="sm"/>
                      <a:tailEnd type="none" w="sm" len="sm"/>
                    </a:lnL>
                    <a:lnR w="9525" cap="flat" cmpd="sng">
                      <a:solidFill>
                        <a:srgbClr val="7F7F7F">
                          <a:alpha val="0"/>
                        </a:srgbClr>
                      </a:solidFill>
                      <a:prstDash val="solid"/>
                      <a:round/>
                      <a:headEnd type="none" w="sm" len="sm"/>
                      <a:tailEnd type="none" w="sm" len="sm"/>
                    </a:lnR>
                    <a:lnT w="25400" cap="flat" cmpd="sng">
                      <a:solidFill>
                        <a:srgbClr val="7F7F7F">
                          <a:alpha val="0"/>
                        </a:srgbClr>
                      </a:solidFill>
                      <a:prstDash val="solid"/>
                      <a:round/>
                      <a:headEnd type="none" w="sm" len="sm"/>
                      <a:tailEnd type="none" w="sm" len="sm"/>
                    </a:lnT>
                    <a:lnB w="9525" cap="flat" cmpd="sng">
                      <a:solidFill>
                        <a:srgbClr val="7F7F7F">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s-AR" sz="1200" i="1" u="none" strike="noStrike" cap="none">
                          <a:solidFill>
                            <a:schemeClr val="dk1"/>
                          </a:solidFill>
                        </a:rPr>
                        <a:t>Proceso asociado. Es lo que realiza el sistema para dar respuesta al evento. Se expresa con verbo en infinitivo.</a:t>
                      </a:r>
                      <a:endParaRPr sz="1200" i="1" u="none" strike="noStrike" cap="none">
                        <a:solidFill>
                          <a:schemeClr val="dk1"/>
                        </a:solidFill>
                      </a:endParaRPr>
                    </a:p>
                  </a:txBody>
                  <a:tcPr marL="91450" marR="91450" marT="34275" marB="34275">
                    <a:lnL w="9525" cap="flat" cmpd="sng">
                      <a:solidFill>
                        <a:srgbClr val="7F7F7F">
                          <a:alpha val="0"/>
                        </a:srgbClr>
                      </a:solidFill>
                      <a:prstDash val="solid"/>
                      <a:round/>
                      <a:headEnd type="none" w="sm" len="sm"/>
                      <a:tailEnd type="none" w="sm" len="sm"/>
                    </a:lnL>
                    <a:lnR w="9525" cap="flat" cmpd="sng">
                      <a:solidFill>
                        <a:srgbClr val="7F7F7F">
                          <a:alpha val="0"/>
                        </a:srgbClr>
                      </a:solidFill>
                      <a:prstDash val="solid"/>
                      <a:round/>
                      <a:headEnd type="none" w="sm" len="sm"/>
                      <a:tailEnd type="none" w="sm" len="sm"/>
                    </a:lnR>
                    <a:lnT w="25400" cap="flat" cmpd="sng">
                      <a:solidFill>
                        <a:srgbClr val="7F7F7F">
                          <a:alpha val="0"/>
                        </a:srgbClr>
                      </a:solidFill>
                      <a:prstDash val="solid"/>
                      <a:round/>
                      <a:headEnd type="none" w="sm" len="sm"/>
                      <a:tailEnd type="none" w="sm" len="sm"/>
                    </a:lnT>
                    <a:lnB w="9525" cap="flat" cmpd="sng">
                      <a:solidFill>
                        <a:srgbClr val="7F7F7F">
                          <a:alpha val="0"/>
                        </a:srgbClr>
                      </a:solidFill>
                      <a:prstDash val="solid"/>
                      <a:round/>
                      <a:headEnd type="none" w="sm" len="sm"/>
                      <a:tailEnd type="none" w="sm" len="sm"/>
                    </a:lnB>
                  </a:tcPr>
                </a:tc>
                <a:extLst>
                  <a:ext uri="{0D108BD9-81ED-4DB2-BD59-A6C34878D82A}">
                    <a16:rowId xmlns:a16="http://schemas.microsoft.com/office/drawing/2014/main" val="10001"/>
                  </a:ext>
                </a:extLst>
              </a:tr>
              <a:tr h="391750">
                <a:tc>
                  <a:txBody>
                    <a:bodyPr/>
                    <a:lstStyle/>
                    <a:p>
                      <a:pPr marL="0" marR="0" lvl="0" indent="0" algn="l" rtl="0">
                        <a:spcBef>
                          <a:spcPts val="0"/>
                        </a:spcBef>
                        <a:spcAft>
                          <a:spcPts val="0"/>
                        </a:spcAft>
                        <a:buNone/>
                      </a:pPr>
                      <a:endParaRPr sz="1400">
                        <a:solidFill>
                          <a:schemeClr val="dk1"/>
                        </a:solidFill>
                      </a:endParaRPr>
                    </a:p>
                  </a:txBody>
                  <a:tcPr marL="91450" marR="91450" marT="34275" marB="3427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400">
                        <a:solidFill>
                          <a:schemeClr val="dk1"/>
                        </a:solidFill>
                      </a:endParaRPr>
                    </a:p>
                  </a:txBody>
                  <a:tcPr marL="91450" marR="91450" marT="34275" marB="3427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400">
                        <a:solidFill>
                          <a:schemeClr val="dk1"/>
                        </a:solidFill>
                      </a:endParaRPr>
                    </a:p>
                  </a:txBody>
                  <a:tcPr marL="91450" marR="91450" marT="34275" marB="3427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400">
                        <a:solidFill>
                          <a:schemeClr val="dk1"/>
                        </a:solidFill>
                      </a:endParaRPr>
                    </a:p>
                  </a:txBody>
                  <a:tcPr marL="91450" marR="91450" marT="34275" marB="3427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400">
                        <a:solidFill>
                          <a:schemeClr val="dk1"/>
                        </a:solidFill>
                      </a:endParaRPr>
                    </a:p>
                  </a:txBody>
                  <a:tcPr marL="91450" marR="91450" marT="34275" marB="3427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400">
                        <a:solidFill>
                          <a:schemeClr val="dk1"/>
                        </a:solidFill>
                      </a:endParaRPr>
                    </a:p>
                  </a:txBody>
                  <a:tcPr marL="91450" marR="91450" marT="34275" marB="3427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alpha val="0"/>
                        </a:srgbClr>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91750">
                <a:tc>
                  <a:txBody>
                    <a:bodyPr/>
                    <a:lstStyle/>
                    <a:p>
                      <a:pPr marL="0" marR="0" lvl="0" indent="0" algn="l" rtl="0">
                        <a:spcBef>
                          <a:spcPts val="0"/>
                        </a:spcBef>
                        <a:spcAft>
                          <a:spcPts val="0"/>
                        </a:spcAft>
                        <a:buNone/>
                      </a:pPr>
                      <a:endParaRPr sz="1400">
                        <a:solidFill>
                          <a:schemeClr val="dk1"/>
                        </a:solidFill>
                      </a:endParaRPr>
                    </a:p>
                  </a:txBody>
                  <a:tcPr marL="91450" marR="91450" marT="34275" marB="3427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400">
                        <a:solidFill>
                          <a:schemeClr val="dk1"/>
                        </a:solidFill>
                      </a:endParaRPr>
                    </a:p>
                  </a:txBody>
                  <a:tcPr marL="91450" marR="91450" marT="34275" marB="3427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400">
                        <a:solidFill>
                          <a:schemeClr val="dk1"/>
                        </a:solidFill>
                      </a:endParaRPr>
                    </a:p>
                  </a:txBody>
                  <a:tcPr marL="91450" marR="91450" marT="34275" marB="3427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400">
                        <a:solidFill>
                          <a:schemeClr val="dk1"/>
                        </a:solidFill>
                      </a:endParaRPr>
                    </a:p>
                  </a:txBody>
                  <a:tcPr marL="91450" marR="91450" marT="34275" marB="3427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400">
                        <a:solidFill>
                          <a:schemeClr val="dk1"/>
                        </a:solidFill>
                      </a:endParaRPr>
                    </a:p>
                  </a:txBody>
                  <a:tcPr marL="91450" marR="91450" marT="34275" marB="3427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400" dirty="0">
                        <a:solidFill>
                          <a:schemeClr val="dk1"/>
                        </a:solidFill>
                      </a:endParaRPr>
                    </a:p>
                  </a:txBody>
                  <a:tcPr marL="91450" marR="91450" marT="34275" marB="3427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4"/>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AR"/>
              <a:t>Ejemplo</a:t>
            </a:r>
            <a:endParaRPr/>
          </a:p>
        </p:txBody>
      </p:sp>
      <p:sp>
        <p:nvSpPr>
          <p:cNvPr id="269" name="Google Shape;269;p24"/>
          <p:cNvSpPr txBox="1">
            <a:spLocks noGrp="1"/>
          </p:cNvSpPr>
          <p:nvPr>
            <p:ph type="body" idx="1"/>
          </p:nvPr>
        </p:nvSpPr>
        <p:spPr>
          <a:xfrm>
            <a:off x="87467" y="875100"/>
            <a:ext cx="8961090" cy="3698100"/>
          </a:xfrm>
          <a:prstGeom prst="rect">
            <a:avLst/>
          </a:prstGeom>
          <a:noFill/>
          <a:ln>
            <a:noFill/>
          </a:ln>
        </p:spPr>
        <p:txBody>
          <a:bodyPr spcFirstLastPara="1" wrap="square" lIns="91425" tIns="45700" rIns="91425" bIns="45700" anchor="t" anchorCtr="0">
            <a:noAutofit/>
          </a:bodyPr>
          <a:lstStyle/>
          <a:p>
            <a:pPr marL="0" lvl="0" indent="0" algn="l" rtl="0">
              <a:spcBef>
                <a:spcPts val="440"/>
              </a:spcBef>
              <a:spcAft>
                <a:spcPts val="0"/>
              </a:spcAft>
              <a:buClr>
                <a:schemeClr val="dk1"/>
              </a:buClr>
              <a:buSzPts val="2200"/>
              <a:buFont typeface="Tahoma"/>
              <a:buNone/>
            </a:pPr>
            <a:r>
              <a:rPr lang="es-AR" sz="2100" dirty="0"/>
              <a:t>Cuando un cliente solicita un producto, para realizar una venta, se verifica el stock (información disponible en el archivo de stock disponible); si existe el producto, se emite la factura correspondiente entregando al cliente dicho comprobante, junto con el producto. Si no existe el producto, se da aviso al Departamento de Compras para que éste se encargue de la reposición del stock. </a:t>
            </a:r>
            <a:endParaRPr sz="3100" dirty="0"/>
          </a:p>
          <a:p>
            <a:pPr marL="0" lvl="0" indent="0" algn="l" rtl="0">
              <a:spcBef>
                <a:spcPts val="360"/>
              </a:spcBef>
              <a:spcAft>
                <a:spcPts val="0"/>
              </a:spcAft>
              <a:buClr>
                <a:schemeClr val="dk1"/>
              </a:buClr>
              <a:buSzPts val="1800"/>
              <a:buFont typeface="Tahoma"/>
              <a:buNone/>
            </a:pPr>
            <a:endParaRPr sz="1700" dirty="0"/>
          </a:p>
          <a:p>
            <a:pPr marL="0" lvl="0" indent="0" algn="l" rtl="0">
              <a:spcBef>
                <a:spcPts val="440"/>
              </a:spcBef>
              <a:spcAft>
                <a:spcPts val="0"/>
              </a:spcAft>
              <a:buClr>
                <a:schemeClr val="dk1"/>
              </a:buClr>
              <a:buSzPts val="2200"/>
              <a:buFont typeface="Tahoma"/>
              <a:buNone/>
            </a:pPr>
            <a:r>
              <a:rPr lang="es-AR" sz="2100" dirty="0"/>
              <a:t>Todos los viernes se realiza un informe de las ventas realizada, para lo que también se consulta el stock de los productos más vendidos (del mismo archivo de stock). El informe se emite por duplicado, el original se envía al Gerente y el duplicado se archiva.</a:t>
            </a:r>
            <a:endParaRPr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5"/>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AR">
                <a:solidFill>
                  <a:schemeClr val="dk1"/>
                </a:solidFill>
              </a:rPr>
              <a:t>Ejemplo - Resolución</a:t>
            </a:r>
            <a:endParaRPr/>
          </a:p>
        </p:txBody>
      </p:sp>
      <p:sp>
        <p:nvSpPr>
          <p:cNvPr id="275" name="Google Shape;275;p25"/>
          <p:cNvSpPr txBox="1">
            <a:spLocks noGrp="1"/>
          </p:cNvSpPr>
          <p:nvPr>
            <p:ph type="body" idx="1"/>
          </p:nvPr>
        </p:nvSpPr>
        <p:spPr>
          <a:xfrm>
            <a:off x="990600" y="799150"/>
            <a:ext cx="7974900" cy="475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800"/>
              <a:buFont typeface="Tahoma"/>
              <a:buNone/>
            </a:pPr>
            <a:r>
              <a:rPr lang="es-AR" sz="2800"/>
              <a:t>Tabla de Eventos</a:t>
            </a:r>
            <a:endParaRPr/>
          </a:p>
        </p:txBody>
      </p:sp>
      <p:graphicFrame>
        <p:nvGraphicFramePr>
          <p:cNvPr id="276" name="Google Shape;276;p25"/>
          <p:cNvGraphicFramePr/>
          <p:nvPr/>
        </p:nvGraphicFramePr>
        <p:xfrm>
          <a:off x="417513" y="1524000"/>
          <a:ext cx="8445500" cy="2217180"/>
        </p:xfrm>
        <a:graphic>
          <a:graphicData uri="http://schemas.openxmlformats.org/drawingml/2006/table">
            <a:tbl>
              <a:tblPr firstRow="1" bandRow="1">
                <a:noFill/>
                <a:tableStyleId>{FA065649-3ABE-4BF6-AB2E-745F73C264F8}</a:tableStyleId>
              </a:tblPr>
              <a:tblGrid>
                <a:gridCol w="1202700">
                  <a:extLst>
                    <a:ext uri="{9D8B030D-6E8A-4147-A177-3AD203B41FA5}">
                      <a16:colId xmlns:a16="http://schemas.microsoft.com/office/drawing/2014/main" val="20000"/>
                    </a:ext>
                  </a:extLst>
                </a:gridCol>
                <a:gridCol w="1440150">
                  <a:extLst>
                    <a:ext uri="{9D8B030D-6E8A-4147-A177-3AD203B41FA5}">
                      <a16:colId xmlns:a16="http://schemas.microsoft.com/office/drawing/2014/main" val="20001"/>
                    </a:ext>
                  </a:extLst>
                </a:gridCol>
                <a:gridCol w="1664400">
                  <a:extLst>
                    <a:ext uri="{9D8B030D-6E8A-4147-A177-3AD203B41FA5}">
                      <a16:colId xmlns:a16="http://schemas.microsoft.com/office/drawing/2014/main" val="20002"/>
                    </a:ext>
                  </a:extLst>
                </a:gridCol>
                <a:gridCol w="1330150">
                  <a:extLst>
                    <a:ext uri="{9D8B030D-6E8A-4147-A177-3AD203B41FA5}">
                      <a16:colId xmlns:a16="http://schemas.microsoft.com/office/drawing/2014/main" val="20003"/>
                    </a:ext>
                  </a:extLst>
                </a:gridCol>
                <a:gridCol w="1256250">
                  <a:extLst>
                    <a:ext uri="{9D8B030D-6E8A-4147-A177-3AD203B41FA5}">
                      <a16:colId xmlns:a16="http://schemas.microsoft.com/office/drawing/2014/main" val="20004"/>
                    </a:ext>
                  </a:extLst>
                </a:gridCol>
                <a:gridCol w="1551850">
                  <a:extLst>
                    <a:ext uri="{9D8B030D-6E8A-4147-A177-3AD203B41FA5}">
                      <a16:colId xmlns:a16="http://schemas.microsoft.com/office/drawing/2014/main" val="20005"/>
                    </a:ext>
                  </a:extLst>
                </a:gridCol>
              </a:tblGrid>
              <a:tr h="434225">
                <a:tc>
                  <a:txBody>
                    <a:bodyPr/>
                    <a:lstStyle/>
                    <a:p>
                      <a:pPr marL="0" marR="0" lvl="0" indent="0" algn="ctr" rtl="0">
                        <a:spcBef>
                          <a:spcPts val="0"/>
                        </a:spcBef>
                        <a:spcAft>
                          <a:spcPts val="0"/>
                        </a:spcAft>
                        <a:buNone/>
                      </a:pPr>
                      <a:r>
                        <a:rPr lang="es-AR" sz="1200"/>
                        <a:t>Tipo</a:t>
                      </a:r>
                      <a:endParaRPr sz="1200" b="1">
                        <a:solidFill>
                          <a:schemeClr val="dk1"/>
                        </a:solidFill>
                      </a:endParaRPr>
                    </a:p>
                  </a:txBody>
                  <a:tcPr marL="91450" marR="91450" marT="34250" marB="34250" anchor="ctr">
                    <a:lnB w="25400" cap="flat" cmpd="sng">
                      <a:solidFill>
                        <a:schemeClr val="dk1"/>
                      </a:solidFill>
                      <a:prstDash val="solid"/>
                      <a:round/>
                      <a:headEnd type="none" w="sm" len="sm"/>
                      <a:tailEnd type="none" w="sm" len="sm"/>
                    </a:lnB>
                    <a:solidFill>
                      <a:srgbClr val="7F7F7F"/>
                    </a:solidFill>
                  </a:tcPr>
                </a:tc>
                <a:tc>
                  <a:txBody>
                    <a:bodyPr/>
                    <a:lstStyle/>
                    <a:p>
                      <a:pPr marL="0" marR="0" lvl="0" indent="0" algn="ctr" rtl="0">
                        <a:spcBef>
                          <a:spcPts val="0"/>
                        </a:spcBef>
                        <a:spcAft>
                          <a:spcPts val="0"/>
                        </a:spcAft>
                        <a:buNone/>
                      </a:pPr>
                      <a:r>
                        <a:rPr lang="es-AR" sz="1200"/>
                        <a:t>Descripción</a:t>
                      </a:r>
                      <a:endParaRPr sz="1200" b="1">
                        <a:solidFill>
                          <a:schemeClr val="dk1"/>
                        </a:solidFill>
                      </a:endParaRPr>
                    </a:p>
                  </a:txBody>
                  <a:tcPr marL="91450" marR="91450" marT="34250" marB="34250" anchor="ctr">
                    <a:lnB w="25400" cap="flat" cmpd="sng">
                      <a:solidFill>
                        <a:schemeClr val="dk1"/>
                      </a:solidFill>
                      <a:prstDash val="solid"/>
                      <a:round/>
                      <a:headEnd type="none" w="sm" len="sm"/>
                      <a:tailEnd type="none" w="sm" len="sm"/>
                    </a:lnB>
                    <a:solidFill>
                      <a:srgbClr val="7F7F7F"/>
                    </a:solidFill>
                  </a:tcPr>
                </a:tc>
                <a:tc>
                  <a:txBody>
                    <a:bodyPr/>
                    <a:lstStyle/>
                    <a:p>
                      <a:pPr marL="0" marR="0" lvl="0" indent="0" algn="ctr" rtl="0">
                        <a:spcBef>
                          <a:spcPts val="0"/>
                        </a:spcBef>
                        <a:spcAft>
                          <a:spcPts val="0"/>
                        </a:spcAft>
                        <a:buNone/>
                      </a:pPr>
                      <a:r>
                        <a:rPr lang="es-AR" sz="1200"/>
                        <a:t>Estímulo</a:t>
                      </a:r>
                      <a:endParaRPr sz="1200" b="1">
                        <a:solidFill>
                          <a:schemeClr val="dk1"/>
                        </a:solidFill>
                      </a:endParaRPr>
                    </a:p>
                  </a:txBody>
                  <a:tcPr marL="91450" marR="91450" marT="34250" marB="34250" anchor="ctr">
                    <a:lnB w="25400" cap="flat" cmpd="sng">
                      <a:solidFill>
                        <a:srgbClr val="7F7F7F"/>
                      </a:solidFill>
                      <a:prstDash val="solid"/>
                      <a:round/>
                      <a:headEnd type="none" w="sm" len="sm"/>
                      <a:tailEnd type="none" w="sm" len="sm"/>
                    </a:lnB>
                    <a:solidFill>
                      <a:srgbClr val="7F7F7F"/>
                    </a:solidFill>
                  </a:tcPr>
                </a:tc>
                <a:tc>
                  <a:txBody>
                    <a:bodyPr/>
                    <a:lstStyle/>
                    <a:p>
                      <a:pPr marL="0" marR="0" lvl="0" indent="0" algn="ctr" rtl="0">
                        <a:spcBef>
                          <a:spcPts val="0"/>
                        </a:spcBef>
                        <a:spcAft>
                          <a:spcPts val="0"/>
                        </a:spcAft>
                        <a:buNone/>
                      </a:pPr>
                      <a:r>
                        <a:rPr lang="es-AR" sz="1200"/>
                        <a:t>Respuesta</a:t>
                      </a:r>
                      <a:endParaRPr sz="1200" b="1">
                        <a:solidFill>
                          <a:schemeClr val="dk1"/>
                        </a:solidFill>
                      </a:endParaRPr>
                    </a:p>
                  </a:txBody>
                  <a:tcPr marL="91450" marR="91450" marT="34250" marB="34250" anchor="ctr">
                    <a:lnB w="25400" cap="flat" cmpd="sng">
                      <a:solidFill>
                        <a:srgbClr val="7F7F7F"/>
                      </a:solidFill>
                      <a:prstDash val="solid"/>
                      <a:round/>
                      <a:headEnd type="none" w="sm" len="sm"/>
                      <a:tailEnd type="none" w="sm" len="sm"/>
                    </a:lnB>
                    <a:solidFill>
                      <a:srgbClr val="7F7F7F"/>
                    </a:solidFill>
                  </a:tcPr>
                </a:tc>
                <a:tc>
                  <a:txBody>
                    <a:bodyPr/>
                    <a:lstStyle/>
                    <a:p>
                      <a:pPr marL="0" marR="0" lvl="0" indent="0" algn="ctr" rtl="0">
                        <a:spcBef>
                          <a:spcPts val="0"/>
                        </a:spcBef>
                        <a:spcAft>
                          <a:spcPts val="0"/>
                        </a:spcAft>
                        <a:buNone/>
                      </a:pPr>
                      <a:r>
                        <a:rPr lang="es-AR" sz="1200"/>
                        <a:t>Entidad</a:t>
                      </a:r>
                      <a:endParaRPr sz="1200" b="1">
                        <a:solidFill>
                          <a:schemeClr val="dk1"/>
                        </a:solidFill>
                      </a:endParaRPr>
                    </a:p>
                  </a:txBody>
                  <a:tcPr marL="91450" marR="91450" marT="34250" marB="34250" anchor="ctr">
                    <a:lnB w="25400" cap="flat" cmpd="sng">
                      <a:solidFill>
                        <a:srgbClr val="7F7F7F"/>
                      </a:solidFill>
                      <a:prstDash val="solid"/>
                      <a:round/>
                      <a:headEnd type="none" w="sm" len="sm"/>
                      <a:tailEnd type="none" w="sm" len="sm"/>
                    </a:lnB>
                    <a:solidFill>
                      <a:srgbClr val="7F7F7F"/>
                    </a:solidFill>
                  </a:tcPr>
                </a:tc>
                <a:tc>
                  <a:txBody>
                    <a:bodyPr/>
                    <a:lstStyle/>
                    <a:p>
                      <a:pPr marL="0" marR="0" lvl="0" indent="0" algn="ctr" rtl="0">
                        <a:spcBef>
                          <a:spcPts val="0"/>
                        </a:spcBef>
                        <a:spcAft>
                          <a:spcPts val="0"/>
                        </a:spcAft>
                        <a:buNone/>
                      </a:pPr>
                      <a:r>
                        <a:rPr lang="es-AR" sz="1200"/>
                        <a:t>Función o proceso</a:t>
                      </a:r>
                      <a:endParaRPr sz="1200" b="1">
                        <a:solidFill>
                          <a:schemeClr val="dk1"/>
                        </a:solidFill>
                      </a:endParaRPr>
                    </a:p>
                  </a:txBody>
                  <a:tcPr marL="91450" marR="91450" marT="34250" marB="34250" anchor="ctr">
                    <a:lnB w="25400" cap="flat" cmpd="sng">
                      <a:solidFill>
                        <a:srgbClr val="7F7F7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1165650">
                <a:tc>
                  <a:txBody>
                    <a:bodyPr/>
                    <a:lstStyle/>
                    <a:p>
                      <a:pPr marL="0" marR="0" lvl="0" indent="0" algn="ctr" rtl="0">
                        <a:spcBef>
                          <a:spcPts val="0"/>
                        </a:spcBef>
                        <a:spcAft>
                          <a:spcPts val="0"/>
                        </a:spcAft>
                        <a:buNone/>
                      </a:pPr>
                      <a:r>
                        <a:rPr lang="es-AR" sz="1200">
                          <a:solidFill>
                            <a:schemeClr val="dk1"/>
                          </a:solidFill>
                        </a:rPr>
                        <a:t>Externo</a:t>
                      </a:r>
                      <a:endParaRPr sz="1100"/>
                    </a:p>
                  </a:txBody>
                  <a:tcPr marL="91450" marR="91450" marT="34250" marB="3425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254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AR" sz="1100">
                          <a:solidFill>
                            <a:schemeClr val="dk1"/>
                          </a:solidFill>
                        </a:rPr>
                        <a:t>EL CLIENTE REALIZA UNA SOLICUTD DE PRODUCTO</a:t>
                      </a:r>
                      <a:endParaRPr sz="1100">
                        <a:solidFill>
                          <a:schemeClr val="dk1"/>
                        </a:solidFill>
                      </a:endParaRPr>
                    </a:p>
                  </a:txBody>
                  <a:tcPr marL="91450" marR="91450" marT="34250" marB="3425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254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s-AR" sz="1200">
                          <a:solidFill>
                            <a:schemeClr val="dk1"/>
                          </a:solidFill>
                        </a:rPr>
                        <a:t>Producto solicitado</a:t>
                      </a:r>
                      <a:endParaRPr sz="1100"/>
                    </a:p>
                  </a:txBody>
                  <a:tcPr marL="91450" marR="91450" marT="34250" marB="34250">
                    <a:lnL w="9525" cap="flat" cmpd="sng">
                      <a:solidFill>
                        <a:schemeClr val="dk1"/>
                      </a:solidFill>
                      <a:prstDash val="solid"/>
                      <a:round/>
                      <a:headEnd type="none" w="sm" len="sm"/>
                      <a:tailEnd type="none" w="sm" len="sm"/>
                    </a:lnL>
                    <a:lnR w="9525" cap="flat" cmpd="sng">
                      <a:solidFill>
                        <a:srgbClr val="7F7F7F"/>
                      </a:solidFill>
                      <a:prstDash val="solid"/>
                      <a:round/>
                      <a:headEnd type="none" w="sm" len="sm"/>
                      <a:tailEnd type="none" w="sm" len="sm"/>
                    </a:lnR>
                    <a:lnT w="25400"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s-AR" sz="1200">
                          <a:solidFill>
                            <a:schemeClr val="dk1"/>
                          </a:solidFill>
                        </a:rPr>
                        <a:t>Factura emitida</a:t>
                      </a:r>
                      <a:endParaRPr sz="1100"/>
                    </a:p>
                    <a:p>
                      <a:pPr marL="0" marR="0" lvl="0" indent="0" algn="ctr" rtl="0">
                        <a:spcBef>
                          <a:spcPts val="0"/>
                        </a:spcBef>
                        <a:spcAft>
                          <a:spcPts val="0"/>
                        </a:spcAft>
                        <a:buNone/>
                      </a:pPr>
                      <a:endParaRPr sz="1200">
                        <a:solidFill>
                          <a:schemeClr val="dk1"/>
                        </a:solidFill>
                      </a:endParaRPr>
                    </a:p>
                    <a:p>
                      <a:pPr marL="0" marR="0" lvl="0" indent="0" algn="ctr" rtl="0">
                        <a:spcBef>
                          <a:spcPts val="0"/>
                        </a:spcBef>
                        <a:spcAft>
                          <a:spcPts val="0"/>
                        </a:spcAft>
                        <a:buNone/>
                      </a:pPr>
                      <a:r>
                        <a:rPr lang="es-AR" sz="1200">
                          <a:solidFill>
                            <a:schemeClr val="dk1"/>
                          </a:solidFill>
                        </a:rPr>
                        <a:t>Producto faltante</a:t>
                      </a:r>
                      <a:endParaRPr sz="1100"/>
                    </a:p>
                  </a:txBody>
                  <a:tcPr marL="91450" marR="91450" marT="34250" marB="34250">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25400"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s-AR" sz="1200">
                          <a:solidFill>
                            <a:schemeClr val="dk1"/>
                          </a:solidFill>
                        </a:rPr>
                        <a:t>Cliente</a:t>
                      </a:r>
                      <a:endParaRPr sz="1100"/>
                    </a:p>
                    <a:p>
                      <a:pPr marL="0" marR="0" lvl="0" indent="0" algn="ctr" rtl="0">
                        <a:spcBef>
                          <a:spcPts val="0"/>
                        </a:spcBef>
                        <a:spcAft>
                          <a:spcPts val="0"/>
                        </a:spcAft>
                        <a:buNone/>
                      </a:pPr>
                      <a:endParaRPr sz="1200">
                        <a:solidFill>
                          <a:schemeClr val="dk1"/>
                        </a:solidFill>
                      </a:endParaRPr>
                    </a:p>
                    <a:p>
                      <a:pPr marL="0" marR="0" lvl="0" indent="0" algn="ctr" rtl="0">
                        <a:spcBef>
                          <a:spcPts val="0"/>
                        </a:spcBef>
                        <a:spcAft>
                          <a:spcPts val="0"/>
                        </a:spcAft>
                        <a:buNone/>
                      </a:pPr>
                      <a:endParaRPr sz="1200">
                        <a:solidFill>
                          <a:schemeClr val="dk1"/>
                        </a:solidFill>
                      </a:endParaRPr>
                    </a:p>
                    <a:p>
                      <a:pPr marL="0" marR="0" lvl="0" indent="0" algn="ctr" rtl="0">
                        <a:spcBef>
                          <a:spcPts val="0"/>
                        </a:spcBef>
                        <a:spcAft>
                          <a:spcPts val="0"/>
                        </a:spcAft>
                        <a:buNone/>
                      </a:pPr>
                      <a:r>
                        <a:rPr lang="es-AR" sz="1200">
                          <a:solidFill>
                            <a:schemeClr val="dk1"/>
                          </a:solidFill>
                        </a:rPr>
                        <a:t>Dto. </a:t>
                      </a:r>
                      <a:endParaRPr sz="1100"/>
                    </a:p>
                    <a:p>
                      <a:pPr marL="0" marR="0" lvl="0" indent="0" algn="ctr" rtl="0">
                        <a:spcBef>
                          <a:spcPts val="0"/>
                        </a:spcBef>
                        <a:spcAft>
                          <a:spcPts val="0"/>
                        </a:spcAft>
                        <a:buNone/>
                      </a:pPr>
                      <a:r>
                        <a:rPr lang="es-AR" sz="1200">
                          <a:solidFill>
                            <a:schemeClr val="dk1"/>
                          </a:solidFill>
                        </a:rPr>
                        <a:t>Compras</a:t>
                      </a:r>
                      <a:endParaRPr sz="1100"/>
                    </a:p>
                    <a:p>
                      <a:pPr marL="0" marR="0" lvl="0" indent="0" algn="ctr" rtl="0">
                        <a:spcBef>
                          <a:spcPts val="0"/>
                        </a:spcBef>
                        <a:spcAft>
                          <a:spcPts val="0"/>
                        </a:spcAft>
                        <a:buNone/>
                      </a:pPr>
                      <a:endParaRPr sz="1200">
                        <a:solidFill>
                          <a:schemeClr val="dk1"/>
                        </a:solidFill>
                      </a:endParaRPr>
                    </a:p>
                  </a:txBody>
                  <a:tcPr marL="91450" marR="91450" marT="34250" marB="34250">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25400"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s-AR" sz="1200">
                          <a:solidFill>
                            <a:schemeClr val="dk1"/>
                          </a:solidFill>
                        </a:rPr>
                        <a:t>Realizar </a:t>
                      </a:r>
                      <a:endParaRPr sz="1100"/>
                    </a:p>
                    <a:p>
                      <a:pPr marL="0" marR="0" lvl="0" indent="0" algn="ctr" rtl="0">
                        <a:spcBef>
                          <a:spcPts val="0"/>
                        </a:spcBef>
                        <a:spcAft>
                          <a:spcPts val="0"/>
                        </a:spcAft>
                        <a:buNone/>
                      </a:pPr>
                      <a:r>
                        <a:rPr lang="es-AR" sz="1200">
                          <a:solidFill>
                            <a:schemeClr val="dk1"/>
                          </a:solidFill>
                        </a:rPr>
                        <a:t>venta</a:t>
                      </a:r>
                      <a:endParaRPr sz="1100"/>
                    </a:p>
                  </a:txBody>
                  <a:tcPr marL="91450" marR="91450" marT="34250" marB="3425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25400"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17075">
                <a:tc>
                  <a:txBody>
                    <a:bodyPr/>
                    <a:lstStyle/>
                    <a:p>
                      <a:pPr marL="0" marR="0" lvl="0" indent="0" algn="ctr" rtl="0">
                        <a:spcBef>
                          <a:spcPts val="0"/>
                        </a:spcBef>
                        <a:spcAft>
                          <a:spcPts val="0"/>
                        </a:spcAft>
                        <a:buNone/>
                      </a:pPr>
                      <a:r>
                        <a:rPr lang="es-AR" sz="1200">
                          <a:solidFill>
                            <a:schemeClr val="dk1"/>
                          </a:solidFill>
                        </a:rPr>
                        <a:t>Temporal</a:t>
                      </a:r>
                      <a:endParaRPr sz="1100"/>
                    </a:p>
                  </a:txBody>
                  <a:tcPr marL="91450" marR="91450" marT="34250" marB="34250">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AR" sz="1200">
                          <a:solidFill>
                            <a:schemeClr val="dk1"/>
                          </a:solidFill>
                        </a:rPr>
                        <a:t>Todos los viernes se realiza el informe de ventas</a:t>
                      </a:r>
                      <a:endParaRPr sz="1200">
                        <a:solidFill>
                          <a:schemeClr val="dk1"/>
                        </a:solidFill>
                      </a:endParaRPr>
                    </a:p>
                  </a:txBody>
                  <a:tcPr marL="91450" marR="91450" marT="34250" marB="34250">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s-AR" sz="1200">
                          <a:solidFill>
                            <a:schemeClr val="dk1"/>
                          </a:solidFill>
                        </a:rPr>
                        <a:t>--</a:t>
                      </a:r>
                      <a:endParaRPr sz="1100"/>
                    </a:p>
                  </a:txBody>
                  <a:tcPr marL="91450" marR="91450" marT="34250" marB="34250">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s-AR" sz="1200">
                          <a:solidFill>
                            <a:schemeClr val="dk1"/>
                          </a:solidFill>
                        </a:rPr>
                        <a:t>Ventas realizadas</a:t>
                      </a:r>
                      <a:endParaRPr sz="1100"/>
                    </a:p>
                  </a:txBody>
                  <a:tcPr marL="91450" marR="91450" marT="34250" marB="34250">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s-AR" sz="1200">
                          <a:solidFill>
                            <a:schemeClr val="dk1"/>
                          </a:solidFill>
                        </a:rPr>
                        <a:t>Gerente</a:t>
                      </a:r>
                      <a:endParaRPr sz="1100"/>
                    </a:p>
                  </a:txBody>
                  <a:tcPr marL="91450" marR="91450" marT="34250" marB="34250">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s-AR" sz="1200">
                          <a:solidFill>
                            <a:schemeClr val="dk1"/>
                          </a:solidFill>
                        </a:rPr>
                        <a:t>Calcular Ventas realizadas</a:t>
                      </a:r>
                      <a:endParaRPr sz="1100"/>
                    </a:p>
                  </a:txBody>
                  <a:tcPr marL="91450" marR="91450" marT="34250" marB="34250">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26"/>
          <p:cNvPicPr preferRelativeResize="0"/>
          <p:nvPr/>
        </p:nvPicPr>
        <p:blipFill rotWithShape="1">
          <a:blip r:embed="rId3">
            <a:alphaModFix/>
          </a:blip>
          <a:srcRect l="5719" t="5423" r="5737" b="6956"/>
          <a:stretch/>
        </p:blipFill>
        <p:spPr>
          <a:xfrm>
            <a:off x="1120199" y="895725"/>
            <a:ext cx="7903539" cy="3830100"/>
          </a:xfrm>
          <a:prstGeom prst="rect">
            <a:avLst/>
          </a:prstGeom>
          <a:noFill/>
          <a:ln>
            <a:noFill/>
          </a:ln>
        </p:spPr>
      </p:pic>
      <p:sp>
        <p:nvSpPr>
          <p:cNvPr id="282" name="Google Shape;282;p26"/>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AR"/>
              <a:t>Ejemplo - Resolución</a:t>
            </a:r>
            <a:endParaRPr/>
          </a:p>
        </p:txBody>
      </p:sp>
      <p:sp>
        <p:nvSpPr>
          <p:cNvPr id="283" name="Google Shape;283;p26"/>
          <p:cNvSpPr txBox="1">
            <a:spLocks noGrp="1"/>
          </p:cNvSpPr>
          <p:nvPr>
            <p:ph type="body" idx="1"/>
          </p:nvPr>
        </p:nvSpPr>
        <p:spPr>
          <a:xfrm>
            <a:off x="912825" y="682228"/>
            <a:ext cx="8102700" cy="475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800"/>
              <a:buFont typeface="Tahoma"/>
              <a:buNone/>
            </a:pPr>
            <a:r>
              <a:rPr lang="es-AR" sz="2800"/>
              <a:t>Diagrama de Contexto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7"/>
          <p:cNvSpPr txBox="1">
            <a:spLocks noGrp="1"/>
          </p:cNvSpPr>
          <p:nvPr>
            <p:ph type="title"/>
          </p:nvPr>
        </p:nvSpPr>
        <p:spPr>
          <a:xfrm>
            <a:off x="0" y="205978"/>
            <a:ext cx="9144000" cy="475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AR"/>
              <a:t>Ejercicio</a:t>
            </a:r>
            <a:endParaRPr/>
          </a:p>
        </p:txBody>
      </p:sp>
      <p:sp>
        <p:nvSpPr>
          <p:cNvPr id="289" name="Google Shape;289;p27"/>
          <p:cNvSpPr txBox="1">
            <a:spLocks noGrp="1"/>
          </p:cNvSpPr>
          <p:nvPr>
            <p:ph type="body" idx="1"/>
          </p:nvPr>
        </p:nvSpPr>
        <p:spPr>
          <a:xfrm>
            <a:off x="809100" y="787750"/>
            <a:ext cx="8334900" cy="3818700"/>
          </a:xfrm>
          <a:prstGeom prst="rect">
            <a:avLst/>
          </a:prstGeom>
          <a:noFill/>
          <a:ln>
            <a:noFill/>
          </a:ln>
        </p:spPr>
        <p:txBody>
          <a:bodyPr spcFirstLastPara="1" wrap="square" lIns="91425" tIns="45700" rIns="91425" bIns="45700" anchor="t" anchorCtr="0">
            <a:noAutofit/>
          </a:bodyPr>
          <a:lstStyle/>
          <a:p>
            <a:pPr marL="0" lvl="0" indent="0" algn="l" rtl="0">
              <a:spcBef>
                <a:spcPts val="440"/>
              </a:spcBef>
              <a:spcAft>
                <a:spcPts val="0"/>
              </a:spcAft>
              <a:buClr>
                <a:schemeClr val="dk1"/>
              </a:buClr>
              <a:buSzPts val="2200"/>
              <a:buFont typeface="Tahoma"/>
              <a:buNone/>
            </a:pPr>
            <a:r>
              <a:rPr lang="es-AR" sz="1100"/>
              <a:t>En la Clínica Villa Maipú, el proceso de reembolso está a cargo de Ricky White, del sector Reintegros.</a:t>
            </a:r>
            <a:endParaRPr sz="1100"/>
          </a:p>
          <a:p>
            <a:pPr marL="0" lvl="0" indent="0" algn="l" rtl="0">
              <a:spcBef>
                <a:spcPts val="440"/>
              </a:spcBef>
              <a:spcAft>
                <a:spcPts val="0"/>
              </a:spcAft>
              <a:buClr>
                <a:schemeClr val="dk1"/>
              </a:buClr>
              <a:buSzPts val="2200"/>
              <a:buFont typeface="Tahoma"/>
              <a:buNone/>
            </a:pPr>
            <a:r>
              <a:rPr lang="es-AR" sz="1100"/>
              <a:t>Cuando se recibe el reembolso enviado por la Obra Social la secretaria se queda con la copia del acuse de recibo, lo sella y lo archiva. Luego se lo envía a Federico Portero-Losas, analista de Reintegros, quien verifica que el importe sea el que se solicitó. Si el importe es correcto se genera una Solicitud de Transferencia de Cheques por duplicado, donde consta el número de historia clínica, el importe reembolsado, la fecha, y el código del sector emisor. El original se archiva y el duplicado se envía a Tesorería. Si el importe es menor al solicitado se genera la Solicitud de Transferencia de Cheques y además un Formulario de Reembolso que se envía la Obra Social informando la diferencia.</a:t>
            </a:r>
            <a:endParaRPr sz="1100"/>
          </a:p>
          <a:p>
            <a:pPr marL="0" lvl="0" indent="0" algn="l" rtl="0">
              <a:spcBef>
                <a:spcPts val="440"/>
              </a:spcBef>
              <a:spcAft>
                <a:spcPts val="0"/>
              </a:spcAft>
              <a:buClr>
                <a:schemeClr val="dk1"/>
              </a:buClr>
              <a:buSzPts val="2200"/>
              <a:buFont typeface="Tahoma"/>
              <a:buNone/>
            </a:pPr>
            <a:r>
              <a:rPr lang="es-AR" sz="1100"/>
              <a:t>En la Obra Social, cuando reciben un nuevo Formulario de Reembolso, comparan la diferencia original solicitada por la clínica contra la enviada como reembolso. Si el importe enviado es menor se imprime el formulario F201 y se consulta al jefe de Pagos.</a:t>
            </a:r>
            <a:endParaRPr sz="1100"/>
          </a:p>
          <a:p>
            <a:pPr marL="0" lvl="0" indent="0" algn="l" rtl="0">
              <a:spcBef>
                <a:spcPts val="440"/>
              </a:spcBef>
              <a:spcAft>
                <a:spcPts val="0"/>
              </a:spcAft>
              <a:buClr>
                <a:schemeClr val="dk1"/>
              </a:buClr>
              <a:buSzPts val="2200"/>
              <a:buFont typeface="Tahoma"/>
              <a:buNone/>
            </a:pPr>
            <a:r>
              <a:rPr lang="es-AR" sz="1100"/>
              <a:t>Aproximadamente el último día hábil del mes, la supervisora de Contabilidad ordena que se generen los movimientos de acreditación en las cuentas patrimoniales. Para ello se toman los reembolsos aceptados hasta el momento y se verifica en el Maestro de Prestaciones de Servicio. Si el código de servicio prestado es "alta complejidad" o "especial". Si es así se emite un listado con número de Historia Clínica, importe a acreditar, saldo de reembolso pendiente y fecha del proceso. El listado queda en Reintegros y se envía una copia del mismo a Imputaciones Contables para que actualice las cuentas.</a:t>
            </a:r>
            <a:endParaRPr sz="1100"/>
          </a:p>
          <a:p>
            <a:pPr marL="0" lvl="0" indent="0" algn="l" rtl="0">
              <a:spcBef>
                <a:spcPts val="440"/>
              </a:spcBef>
              <a:spcAft>
                <a:spcPts val="0"/>
              </a:spcAft>
              <a:buClr>
                <a:schemeClr val="dk1"/>
              </a:buClr>
              <a:buSzPts val="2200"/>
              <a:buFont typeface="Tahoma"/>
              <a:buNone/>
            </a:pPr>
            <a:r>
              <a:rPr lang="es-AR" sz="1100"/>
              <a:t>Si el código es "Común" no se genera movimiento. Se graba el número de Historia Clínica, código de Servicio y fecha de proceso en el diskette 'No Acreditados'.</a:t>
            </a:r>
            <a:endParaRPr sz="1100"/>
          </a:p>
          <a:p>
            <a:pPr marL="0" lvl="0" indent="0" algn="l" rtl="0">
              <a:spcBef>
                <a:spcPts val="440"/>
              </a:spcBef>
              <a:spcAft>
                <a:spcPts val="0"/>
              </a:spcAft>
              <a:buClr>
                <a:schemeClr val="dk1"/>
              </a:buClr>
              <a:buSzPts val="2200"/>
              <a:buFont typeface="Tahoma"/>
              <a:buNone/>
            </a:pPr>
            <a:r>
              <a:rPr lang="es-AR" sz="1100"/>
              <a:t>El último día hábil del mes se generan para Aníbal Bighe, Director Técnico de la clínica, estadísticas sobre las Historias clínicas. Se comparan las Historias Clínicas que tuvieron reembolsos en el mes y las que tuvieron movimientos de acreditación y se genera el listado 'Historias Clínicas' con Nombre y Apellido del afiliado, número de Historia clínica, importe acreditado. Además, se emite el listado 'Errores de Acreditación' con las Historias Clínicas que no tuvieron movimiento de acreditación, se envía a Administración para que analice esas cuentas.</a:t>
            </a:r>
            <a:endParaRPr sz="1100"/>
          </a:p>
        </p:txBody>
      </p:sp>
    </p:spTree>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966</Words>
  <Application>Microsoft Macintosh PowerPoint</Application>
  <PresentationFormat>Presentación en pantalla (16:9)</PresentationFormat>
  <Paragraphs>150</Paragraphs>
  <Slides>15</Slides>
  <Notes>15</Notes>
  <HiddenSlides>3</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Tahoma</vt:lpstr>
      <vt:lpstr>Arial</vt:lpstr>
      <vt:lpstr>Times New Roman</vt:lpstr>
      <vt:lpstr>Trebuchet MS</vt:lpstr>
      <vt:lpstr>Diseño predeterminado</vt:lpstr>
      <vt:lpstr>Presentación de PowerPoint</vt:lpstr>
      <vt:lpstr>Modelo de la realidad</vt:lpstr>
      <vt:lpstr>Diagrama de contexto</vt:lpstr>
      <vt:lpstr>Presentación de PowerPoint</vt:lpstr>
      <vt:lpstr>Presentación de PowerPoint</vt:lpstr>
      <vt:lpstr>Presentación de PowerPoint</vt:lpstr>
      <vt:lpstr>Diagrama de contexto</vt:lpstr>
      <vt:lpstr>Entidades Externas</vt:lpstr>
      <vt:lpstr>Sistema y Flujos de datos</vt:lpstr>
      <vt:lpstr>Tabla de Eventos</vt:lpstr>
      <vt:lpstr>Tabla de Eventos</vt:lpstr>
      <vt:lpstr>Ejemplo</vt:lpstr>
      <vt:lpstr>Ejemplo - Resolución</vt:lpstr>
      <vt:lpstr>Ejemplo - Resolución</vt:lpstr>
      <vt:lpstr>Ejercicio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Ramiro Garbarini</cp:lastModifiedBy>
  <cp:revision>5</cp:revision>
  <dcterms:modified xsi:type="dcterms:W3CDTF">2025-08-18T02:32:24Z</dcterms:modified>
</cp:coreProperties>
</file>